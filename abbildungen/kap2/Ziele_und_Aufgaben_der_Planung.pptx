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25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ielerreichungsfunktion"/>
          <p:cNvSpPr/>
          <p:nvPr/>
        </p:nvSpPr>
        <p:spPr>
          <a:xfrm>
            <a:off x="1188000" y="14400"/>
            <a:ext cx="1584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Zielerreichungsfunktion</a:t>
            </a:r>
          </a:p>
        </p:txBody>
      </p:sp>
      <p:sp>
        <p:nvSpPr>
          <p:cNvPr id="3" name="Innovationsfunktion"/>
          <p:cNvSpPr/>
          <p:nvPr/>
        </p:nvSpPr>
        <p:spPr>
          <a:xfrm>
            <a:off x="1188000" y="345600"/>
            <a:ext cx="1584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Innovationsfunktion</a:t>
            </a:r>
          </a:p>
        </p:txBody>
      </p:sp>
      <p:sp>
        <p:nvSpPr>
          <p:cNvPr id="4" name="Steuerungsfunktion"/>
          <p:cNvSpPr/>
          <p:nvPr/>
        </p:nvSpPr>
        <p:spPr>
          <a:xfrm>
            <a:off x="1188000" y="676800"/>
            <a:ext cx="1584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Steuerungsfunktion</a:t>
            </a:r>
          </a:p>
        </p:txBody>
      </p:sp>
      <p:sp>
        <p:nvSpPr>
          <p:cNvPr id="5" name="Zielsetzungsfunktion"/>
          <p:cNvSpPr/>
          <p:nvPr/>
        </p:nvSpPr>
        <p:spPr>
          <a:xfrm>
            <a:off x="1188000" y="1008000"/>
            <a:ext cx="1584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Zielsetzungsfunktion</a:t>
            </a:r>
          </a:p>
        </p:txBody>
      </p:sp>
      <p:sp>
        <p:nvSpPr>
          <p:cNvPr id="6" name="Freeform 5"/>
          <p:cNvSpPr/>
          <p:nvPr/>
        </p:nvSpPr>
        <p:spPr>
          <a:xfrm>
            <a:off x="1980000" y="216000"/>
            <a:ext cx="0" cy="129600"/>
          </a:xfrm>
          <a:custGeom>
            <a:avLst/>
            <a:gdLst/>
            <a:ahLst/>
            <a:cxnLst/>
            <a:rect l="l" t="t" r="r" b="b"/>
            <a:pathLst>
              <a:path w="0" h="129600">
                <a:moveTo>
                  <a:pt x="0" y="129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980000" y="547200"/>
            <a:ext cx="0" cy="129600"/>
          </a:xfrm>
          <a:custGeom>
            <a:avLst/>
            <a:gdLst/>
            <a:ahLst/>
            <a:cxnLst/>
            <a:rect l="l" t="t" r="r" b="b"/>
            <a:pathLst>
              <a:path w="0" h="129600">
                <a:moveTo>
                  <a:pt x="0" y="129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980000" y="878400"/>
            <a:ext cx="0" cy="129600"/>
          </a:xfrm>
          <a:custGeom>
            <a:avLst/>
            <a:gdLst/>
            <a:ahLst/>
            <a:cxnLst/>
            <a:rect l="l" t="t" r="r" b="b"/>
            <a:pathLst>
              <a:path w="0" h="129600">
                <a:moveTo>
                  <a:pt x="0" y="1296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nformations- und Dokumentatio"/>
          <p:cNvSpPr/>
          <p:nvPr/>
        </p:nvSpPr>
        <p:spPr>
          <a:xfrm>
            <a:off x="18000" y="1447200"/>
            <a:ext cx="9216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Informations- und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Dokumentations-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funktion</a:t>
            </a:r>
          </a:p>
        </p:txBody>
      </p:sp>
      <p:sp>
        <p:nvSpPr>
          <p:cNvPr id="10" name="Koordinations-/ Integrationsfu"/>
          <p:cNvSpPr/>
          <p:nvPr/>
        </p:nvSpPr>
        <p:spPr>
          <a:xfrm>
            <a:off x="1018800" y="1447200"/>
            <a:ext cx="9216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Koordinations-/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Integrationsfunktion</a:t>
            </a:r>
          </a:p>
        </p:txBody>
      </p:sp>
      <p:sp>
        <p:nvSpPr>
          <p:cNvPr id="11" name="Gestaltungs- und Prognosefunkt"/>
          <p:cNvSpPr/>
          <p:nvPr/>
        </p:nvSpPr>
        <p:spPr>
          <a:xfrm>
            <a:off x="2019600" y="1447200"/>
            <a:ext cx="9216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Gestaltungs- und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Prognosefunktion</a:t>
            </a:r>
          </a:p>
        </p:txBody>
      </p:sp>
      <p:sp>
        <p:nvSpPr>
          <p:cNvPr id="12" name="Anreiz- und Motivationsfunktio"/>
          <p:cNvSpPr/>
          <p:nvPr/>
        </p:nvSpPr>
        <p:spPr>
          <a:xfrm>
            <a:off x="3020400" y="1447200"/>
            <a:ext cx="921600" cy="357906"/>
          </a:xfrm>
          <a:prstGeom prst="roundRect">
            <a:avLst>
              <a:gd name="adj" fmla="val 8047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Anreiz- und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Motivationsfunktion</a:t>
            </a:r>
          </a:p>
        </p:txBody>
      </p:sp>
      <p:sp>
        <p:nvSpPr>
          <p:cNvPr id="13" name="Freeform 12"/>
          <p:cNvSpPr/>
          <p:nvPr/>
        </p:nvSpPr>
        <p:spPr>
          <a:xfrm>
            <a:off x="478800" y="1324800"/>
            <a:ext cx="3002400" cy="0"/>
          </a:xfrm>
          <a:custGeom>
            <a:avLst/>
            <a:gdLst/>
            <a:ahLst/>
            <a:cxnLst/>
            <a:rect l="l" t="t" r="r" b="b"/>
            <a:pathLst>
              <a:path w="3002400" h="0">
                <a:moveTo>
                  <a:pt x="0" y="0"/>
                </a:moveTo>
                <a:lnTo>
                  <a:pt x="3002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78800" y="132480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79600" y="132480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80400" y="132480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481200" y="1324800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980000" y="1209600"/>
            <a:ext cx="0" cy="115200"/>
          </a:xfrm>
          <a:custGeom>
            <a:avLst/>
            <a:gdLst/>
            <a:ahLst/>
            <a:cxnLst/>
            <a:rect l="l" t="t" r="r" b="b"/>
            <a:pathLst>
              <a:path w="0" h="115200">
                <a:moveTo>
                  <a:pt x="0" y="115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lanung/Kontrolle"/>
          <p:cNvSpPr/>
          <p:nvPr/>
        </p:nvSpPr>
        <p:spPr>
          <a:xfrm>
            <a:off x="1188000" y="2042706"/>
            <a:ext cx="1584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Planung/Kontrolle</a:t>
            </a:r>
          </a:p>
        </p:txBody>
      </p:sp>
      <p:sp>
        <p:nvSpPr>
          <p:cNvPr id="20" name="Freeform 19"/>
          <p:cNvSpPr/>
          <p:nvPr/>
        </p:nvSpPr>
        <p:spPr>
          <a:xfrm>
            <a:off x="1980000" y="1927506"/>
            <a:ext cx="0" cy="115200"/>
          </a:xfrm>
          <a:custGeom>
            <a:avLst/>
            <a:gdLst/>
            <a:ahLst/>
            <a:cxnLst/>
            <a:rect l="l" t="t" r="r" b="b"/>
            <a:pathLst>
              <a:path w="0" h="115200">
                <a:moveTo>
                  <a:pt x="0" y="115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78800" y="1927506"/>
            <a:ext cx="3002400" cy="0"/>
          </a:xfrm>
          <a:custGeom>
            <a:avLst/>
            <a:gdLst/>
            <a:ahLst/>
            <a:cxnLst/>
            <a:rect l="l" t="t" r="r" b="b"/>
            <a:pathLst>
              <a:path w="3002400" h="0">
                <a:moveTo>
                  <a:pt x="0" y="0"/>
                </a:moveTo>
                <a:lnTo>
                  <a:pt x="3002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78800" y="1805106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479600" y="1805106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480400" y="1805106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481200" y="1805106"/>
            <a:ext cx="0" cy="122400"/>
          </a:xfrm>
          <a:custGeom>
            <a:avLst/>
            <a:gdLst/>
            <a:ahLst/>
            <a:cxnLst/>
            <a:rect l="l" t="t" r="r" b="b"/>
            <a:pathLst>
              <a:path w="0" h="122400">
                <a:moveTo>
                  <a:pt x="0" y="1224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Knoten"/>
          <p:cNvSpPr/>
          <p:nvPr/>
        </p:nvSpPr>
        <p:spPr>
          <a:xfrm>
            <a:off x="1463400" y="13086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Knoten"/>
          <p:cNvSpPr/>
          <p:nvPr/>
        </p:nvSpPr>
        <p:spPr>
          <a:xfrm>
            <a:off x="1463400" y="1911306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Knoten"/>
          <p:cNvSpPr/>
          <p:nvPr/>
        </p:nvSpPr>
        <p:spPr>
          <a:xfrm>
            <a:off x="2464200" y="13086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Knoten"/>
          <p:cNvSpPr/>
          <p:nvPr/>
        </p:nvSpPr>
        <p:spPr>
          <a:xfrm>
            <a:off x="2464200" y="1911306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Knoten"/>
          <p:cNvSpPr/>
          <p:nvPr/>
        </p:nvSpPr>
        <p:spPr>
          <a:xfrm>
            <a:off x="1963800" y="1911306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Knoten"/>
          <p:cNvSpPr/>
          <p:nvPr/>
        </p:nvSpPr>
        <p:spPr>
          <a:xfrm>
            <a:off x="1963800" y="13086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