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960000" cy="2916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gment Ziele"/>
          <p:cNvSpPr/>
          <p:nvPr/>
        </p:nvSpPr>
        <p:spPr>
          <a:xfrm>
            <a:off x="1230854" y="414110"/>
            <a:ext cx="1333573" cy="712909"/>
          </a:xfrm>
          <a:custGeom>
            <a:avLst/>
            <a:gdLst/>
            <a:ahLst/>
            <a:cxnLst/>
            <a:rect l="l" t="t" r="r" b="b"/>
            <a:pathLst>
              <a:path w="1333573" h="712909">
                <a:moveTo>
                  <a:pt x="0" y="265868"/>
                </a:moveTo>
                <a:lnTo>
                  <a:pt x="32908" y="240078"/>
                </a:lnTo>
                <a:lnTo>
                  <a:pt x="66703" y="215462"/>
                </a:lnTo>
                <a:lnTo>
                  <a:pt x="101344" y="192051"/>
                </a:lnTo>
                <a:lnTo>
                  <a:pt x="136786" y="169873"/>
                </a:lnTo>
                <a:lnTo>
                  <a:pt x="172987" y="148955"/>
                </a:lnTo>
                <a:lnTo>
                  <a:pt x="209902" y="129325"/>
                </a:lnTo>
                <a:lnTo>
                  <a:pt x="247485" y="111006"/>
                </a:lnTo>
                <a:lnTo>
                  <a:pt x="285689" y="94020"/>
                </a:lnTo>
                <a:lnTo>
                  <a:pt x="324467" y="78389"/>
                </a:lnTo>
                <a:lnTo>
                  <a:pt x="363771" y="64133"/>
                </a:lnTo>
                <a:lnTo>
                  <a:pt x="403552" y="51268"/>
                </a:lnTo>
                <a:lnTo>
                  <a:pt x="443762" y="39811"/>
                </a:lnTo>
                <a:lnTo>
                  <a:pt x="484349" y="29777"/>
                </a:lnTo>
                <a:lnTo>
                  <a:pt x="525265" y="21176"/>
                </a:lnTo>
                <a:lnTo>
                  <a:pt x="566458" y="14021"/>
                </a:lnTo>
                <a:lnTo>
                  <a:pt x="607877" y="8319"/>
                </a:lnTo>
                <a:lnTo>
                  <a:pt x="649471" y="4079"/>
                </a:lnTo>
                <a:lnTo>
                  <a:pt x="691189" y="1305"/>
                </a:lnTo>
                <a:lnTo>
                  <a:pt x="732978" y="0"/>
                </a:lnTo>
                <a:lnTo>
                  <a:pt x="774788" y="167"/>
                </a:lnTo>
                <a:lnTo>
                  <a:pt x="816565" y="1805"/>
                </a:lnTo>
                <a:lnTo>
                  <a:pt x="858260" y="4911"/>
                </a:lnTo>
                <a:lnTo>
                  <a:pt x="899819" y="9484"/>
                </a:lnTo>
                <a:lnTo>
                  <a:pt x="941191" y="15515"/>
                </a:lnTo>
                <a:lnTo>
                  <a:pt x="982325" y="22999"/>
                </a:lnTo>
                <a:lnTo>
                  <a:pt x="1023171" y="31925"/>
                </a:lnTo>
                <a:lnTo>
                  <a:pt x="1063677" y="42284"/>
                </a:lnTo>
                <a:lnTo>
                  <a:pt x="1103794" y="54061"/>
                </a:lnTo>
                <a:lnTo>
                  <a:pt x="1143472" y="67242"/>
                </a:lnTo>
                <a:lnTo>
                  <a:pt x="1182661" y="81812"/>
                </a:lnTo>
                <a:lnTo>
                  <a:pt x="1221313" y="97751"/>
                </a:lnTo>
                <a:lnTo>
                  <a:pt x="1259380" y="115041"/>
                </a:lnTo>
                <a:lnTo>
                  <a:pt x="1296816" y="133659"/>
                </a:lnTo>
                <a:lnTo>
                  <a:pt x="1333573" y="153584"/>
                </a:lnTo>
                <a:lnTo>
                  <a:pt x="1316681" y="489389"/>
                </a:lnTo>
                <a:lnTo>
                  <a:pt x="1050214" y="655066"/>
                </a:lnTo>
                <a:lnTo>
                  <a:pt x="1031279" y="644802"/>
                </a:lnTo>
                <a:lnTo>
                  <a:pt x="1011994" y="635210"/>
                </a:lnTo>
                <a:lnTo>
                  <a:pt x="992384" y="626303"/>
                </a:lnTo>
                <a:lnTo>
                  <a:pt x="972472" y="618092"/>
                </a:lnTo>
                <a:lnTo>
                  <a:pt x="952283" y="610587"/>
                </a:lnTo>
                <a:lnTo>
                  <a:pt x="931844" y="603796"/>
                </a:lnTo>
                <a:lnTo>
                  <a:pt x="911177" y="597729"/>
                </a:lnTo>
                <a:lnTo>
                  <a:pt x="890310" y="592393"/>
                </a:lnTo>
                <a:lnTo>
                  <a:pt x="869269" y="587795"/>
                </a:lnTo>
                <a:lnTo>
                  <a:pt x="848078" y="583939"/>
                </a:lnTo>
                <a:lnTo>
                  <a:pt x="826765" y="580832"/>
                </a:lnTo>
                <a:lnTo>
                  <a:pt x="805356" y="578477"/>
                </a:lnTo>
                <a:lnTo>
                  <a:pt x="783877" y="576876"/>
                </a:lnTo>
                <a:lnTo>
                  <a:pt x="762355" y="576033"/>
                </a:lnTo>
                <a:lnTo>
                  <a:pt x="740817" y="575947"/>
                </a:lnTo>
                <a:lnTo>
                  <a:pt x="719289" y="576619"/>
                </a:lnTo>
                <a:lnTo>
                  <a:pt x="697798" y="578048"/>
                </a:lnTo>
                <a:lnTo>
                  <a:pt x="676371" y="580232"/>
                </a:lnTo>
                <a:lnTo>
                  <a:pt x="655034" y="583169"/>
                </a:lnTo>
                <a:lnTo>
                  <a:pt x="633813" y="586856"/>
                </a:lnTo>
                <a:lnTo>
                  <a:pt x="612736" y="591286"/>
                </a:lnTo>
                <a:lnTo>
                  <a:pt x="591827" y="596456"/>
                </a:lnTo>
                <a:lnTo>
                  <a:pt x="571113" y="602358"/>
                </a:lnTo>
                <a:lnTo>
                  <a:pt x="550620" y="608985"/>
                </a:lnTo>
                <a:lnTo>
                  <a:pt x="530372" y="616329"/>
                </a:lnTo>
                <a:lnTo>
                  <a:pt x="510395" y="624381"/>
                </a:lnTo>
                <a:lnTo>
                  <a:pt x="490715" y="633131"/>
                </a:lnTo>
                <a:lnTo>
                  <a:pt x="471354" y="642569"/>
                </a:lnTo>
                <a:lnTo>
                  <a:pt x="452337" y="652681"/>
                </a:lnTo>
                <a:lnTo>
                  <a:pt x="433688" y="663457"/>
                </a:lnTo>
                <a:lnTo>
                  <a:pt x="415430" y="674882"/>
                </a:lnTo>
                <a:lnTo>
                  <a:pt x="397585" y="686942"/>
                </a:lnTo>
                <a:lnTo>
                  <a:pt x="380175" y="699623"/>
                </a:lnTo>
                <a:lnTo>
                  <a:pt x="363222" y="712909"/>
                </a:lnTo>
                <a:lnTo>
                  <a:pt x="306399" y="404325"/>
                </a:lnTo>
                <a:close/>
              </a:path>
            </a:pathLst>
          </a:custGeom>
          <a:solidFill>
            <a:srgbClr val="CFCFCF"/>
          </a:solidFill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Segment Planen"/>
          <p:cNvSpPr/>
          <p:nvPr/>
        </p:nvSpPr>
        <p:spPr>
          <a:xfrm>
            <a:off x="2312477" y="604599"/>
            <a:ext cx="855451" cy="1321310"/>
          </a:xfrm>
          <a:custGeom>
            <a:avLst/>
            <a:gdLst/>
            <a:ahLst/>
            <a:cxnLst/>
            <a:rect l="l" t="t" r="r" b="b"/>
            <a:pathLst>
              <a:path w="855451" h="1321310">
                <a:moveTo>
                  <a:pt x="312919" y="0"/>
                </a:moveTo>
                <a:lnTo>
                  <a:pt x="347616" y="23328"/>
                </a:lnTo>
                <a:lnTo>
                  <a:pt x="381470" y="47863"/>
                </a:lnTo>
                <a:lnTo>
                  <a:pt x="414441" y="73573"/>
                </a:lnTo>
                <a:lnTo>
                  <a:pt x="446486" y="100428"/>
                </a:lnTo>
                <a:lnTo>
                  <a:pt x="477566" y="128393"/>
                </a:lnTo>
                <a:lnTo>
                  <a:pt x="507643" y="157435"/>
                </a:lnTo>
                <a:lnTo>
                  <a:pt x="536679" y="187517"/>
                </a:lnTo>
                <a:lnTo>
                  <a:pt x="564639" y="218603"/>
                </a:lnTo>
                <a:lnTo>
                  <a:pt x="591488" y="250653"/>
                </a:lnTo>
                <a:lnTo>
                  <a:pt x="617192" y="283628"/>
                </a:lnTo>
                <a:lnTo>
                  <a:pt x="641720" y="317487"/>
                </a:lnTo>
                <a:lnTo>
                  <a:pt x="665042" y="352188"/>
                </a:lnTo>
                <a:lnTo>
                  <a:pt x="687128" y="387688"/>
                </a:lnTo>
                <a:lnTo>
                  <a:pt x="707951" y="423943"/>
                </a:lnTo>
                <a:lnTo>
                  <a:pt x="727485" y="460909"/>
                </a:lnTo>
                <a:lnTo>
                  <a:pt x="745707" y="498539"/>
                </a:lnTo>
                <a:lnTo>
                  <a:pt x="762593" y="536787"/>
                </a:lnTo>
                <a:lnTo>
                  <a:pt x="778123" y="575605"/>
                </a:lnTo>
                <a:lnTo>
                  <a:pt x="792277" y="614946"/>
                </a:lnTo>
                <a:lnTo>
                  <a:pt x="805039" y="654761"/>
                </a:lnTo>
                <a:lnTo>
                  <a:pt x="816391" y="695000"/>
                </a:lnTo>
                <a:lnTo>
                  <a:pt x="826320" y="735614"/>
                </a:lnTo>
                <a:lnTo>
                  <a:pt x="834815" y="776551"/>
                </a:lnTo>
                <a:lnTo>
                  <a:pt x="841863" y="817763"/>
                </a:lnTo>
                <a:lnTo>
                  <a:pt x="847457" y="859197"/>
                </a:lnTo>
                <a:lnTo>
                  <a:pt x="851589" y="900802"/>
                </a:lnTo>
                <a:lnTo>
                  <a:pt x="854255" y="942526"/>
                </a:lnTo>
                <a:lnTo>
                  <a:pt x="855451" y="984319"/>
                </a:lnTo>
                <a:lnTo>
                  <a:pt x="855176" y="1026128"/>
                </a:lnTo>
                <a:lnTo>
                  <a:pt x="853429" y="1067901"/>
                </a:lnTo>
                <a:lnTo>
                  <a:pt x="850214" y="1109587"/>
                </a:lnTo>
                <a:lnTo>
                  <a:pt x="845534" y="1151134"/>
                </a:lnTo>
                <a:lnTo>
                  <a:pt x="839395" y="1192491"/>
                </a:lnTo>
                <a:lnTo>
                  <a:pt x="831804" y="1233606"/>
                </a:lnTo>
                <a:lnTo>
                  <a:pt x="507215" y="1321310"/>
                </a:lnTo>
                <a:lnTo>
                  <a:pt x="267304" y="1119082"/>
                </a:lnTo>
                <a:lnTo>
                  <a:pt x="271215" y="1097902"/>
                </a:lnTo>
                <a:lnTo>
                  <a:pt x="274377" y="1076597"/>
                </a:lnTo>
                <a:lnTo>
                  <a:pt x="276788" y="1055194"/>
                </a:lnTo>
                <a:lnTo>
                  <a:pt x="278444" y="1033719"/>
                </a:lnTo>
                <a:lnTo>
                  <a:pt x="279344" y="1012200"/>
                </a:lnTo>
                <a:lnTo>
                  <a:pt x="279486" y="990662"/>
                </a:lnTo>
                <a:lnTo>
                  <a:pt x="278870" y="969132"/>
                </a:lnTo>
                <a:lnTo>
                  <a:pt x="277496" y="947638"/>
                </a:lnTo>
                <a:lnTo>
                  <a:pt x="275368" y="926205"/>
                </a:lnTo>
                <a:lnTo>
                  <a:pt x="272486" y="904860"/>
                </a:lnTo>
                <a:lnTo>
                  <a:pt x="268855" y="883630"/>
                </a:lnTo>
                <a:lnTo>
                  <a:pt x="264479" y="862541"/>
                </a:lnTo>
                <a:lnTo>
                  <a:pt x="259364" y="841619"/>
                </a:lnTo>
                <a:lnTo>
                  <a:pt x="253516" y="820890"/>
                </a:lnTo>
                <a:lnTo>
                  <a:pt x="246942" y="800379"/>
                </a:lnTo>
                <a:lnTo>
                  <a:pt x="239650" y="780112"/>
                </a:lnTo>
                <a:lnTo>
                  <a:pt x="231650" y="760115"/>
                </a:lnTo>
                <a:lnTo>
                  <a:pt x="222951" y="740411"/>
                </a:lnTo>
                <a:lnTo>
                  <a:pt x="213564" y="721026"/>
                </a:lnTo>
                <a:lnTo>
                  <a:pt x="203501" y="701983"/>
                </a:lnTo>
                <a:lnTo>
                  <a:pt x="192774" y="683306"/>
                </a:lnTo>
                <a:lnTo>
                  <a:pt x="181396" y="665018"/>
                </a:lnTo>
                <a:lnTo>
                  <a:pt x="169382" y="647142"/>
                </a:lnTo>
                <a:lnTo>
                  <a:pt x="156747" y="629700"/>
                </a:lnTo>
                <a:lnTo>
                  <a:pt x="143505" y="612712"/>
                </a:lnTo>
                <a:lnTo>
                  <a:pt x="129674" y="596202"/>
                </a:lnTo>
                <a:lnTo>
                  <a:pt x="115270" y="580188"/>
                </a:lnTo>
                <a:lnTo>
                  <a:pt x="100312" y="564691"/>
                </a:lnTo>
                <a:lnTo>
                  <a:pt x="84818" y="549730"/>
                </a:lnTo>
                <a:lnTo>
                  <a:pt x="68807" y="535324"/>
                </a:lnTo>
                <a:lnTo>
                  <a:pt x="52299" y="521490"/>
                </a:lnTo>
                <a:lnTo>
                  <a:pt x="35314" y="508245"/>
                </a:lnTo>
                <a:lnTo>
                  <a:pt x="17874" y="495606"/>
                </a:lnTo>
                <a:lnTo>
                  <a:pt x="0" y="483589"/>
                </a:lnTo>
                <a:lnTo>
                  <a:pt x="275921" y="334188"/>
                </a:lnTo>
                <a:close/>
              </a:path>
            </a:pathLst>
          </a:custGeom>
          <a:solidFill>
            <a:srgbClr val="CFCFCF"/>
          </a:solidFill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egment Entscheiden"/>
          <p:cNvSpPr/>
          <p:nvPr/>
        </p:nvSpPr>
        <p:spPr>
          <a:xfrm>
            <a:off x="1931424" y="1759427"/>
            <a:ext cx="1196599" cy="1022862"/>
          </a:xfrm>
          <a:custGeom>
            <a:avLst/>
            <a:gdLst/>
            <a:ahLst/>
            <a:cxnLst/>
            <a:rect l="l" t="t" r="r" b="b"/>
            <a:pathLst>
              <a:path w="1196599" h="1022862">
                <a:moveTo>
                  <a:pt x="1196599" y="148168"/>
                </a:moveTo>
                <a:lnTo>
                  <a:pt x="1185134" y="188375"/>
                </a:lnTo>
                <a:lnTo>
                  <a:pt x="1172263" y="228154"/>
                </a:lnTo>
                <a:lnTo>
                  <a:pt x="1157999" y="267455"/>
                </a:lnTo>
                <a:lnTo>
                  <a:pt x="1142361" y="306230"/>
                </a:lnTo>
                <a:lnTo>
                  <a:pt x="1125369" y="344431"/>
                </a:lnTo>
                <a:lnTo>
                  <a:pt x="1107042" y="382011"/>
                </a:lnTo>
                <a:lnTo>
                  <a:pt x="1087405" y="418922"/>
                </a:lnTo>
                <a:lnTo>
                  <a:pt x="1066481" y="455119"/>
                </a:lnTo>
                <a:lnTo>
                  <a:pt x="1044297" y="490558"/>
                </a:lnTo>
                <a:lnTo>
                  <a:pt x="1020879" y="525194"/>
                </a:lnTo>
                <a:lnTo>
                  <a:pt x="996257" y="558985"/>
                </a:lnTo>
                <a:lnTo>
                  <a:pt x="970461" y="591888"/>
                </a:lnTo>
                <a:lnTo>
                  <a:pt x="943523" y="623863"/>
                </a:lnTo>
                <a:lnTo>
                  <a:pt x="915477" y="654870"/>
                </a:lnTo>
                <a:lnTo>
                  <a:pt x="886357" y="684872"/>
                </a:lnTo>
                <a:lnTo>
                  <a:pt x="856199" y="713830"/>
                </a:lnTo>
                <a:lnTo>
                  <a:pt x="825041" y="741709"/>
                </a:lnTo>
                <a:lnTo>
                  <a:pt x="792922" y="768474"/>
                </a:lnTo>
                <a:lnTo>
                  <a:pt x="759880" y="794093"/>
                </a:lnTo>
                <a:lnTo>
                  <a:pt x="725958" y="818533"/>
                </a:lnTo>
                <a:lnTo>
                  <a:pt x="691196" y="841764"/>
                </a:lnTo>
                <a:lnTo>
                  <a:pt x="655639" y="863758"/>
                </a:lnTo>
                <a:lnTo>
                  <a:pt x="619329" y="884487"/>
                </a:lnTo>
                <a:lnTo>
                  <a:pt x="582313" y="903925"/>
                </a:lnTo>
                <a:lnTo>
                  <a:pt x="544636" y="922049"/>
                </a:lnTo>
                <a:lnTo>
                  <a:pt x="506344" y="938836"/>
                </a:lnTo>
                <a:lnTo>
                  <a:pt x="467485" y="954265"/>
                </a:lnTo>
                <a:lnTo>
                  <a:pt x="428108" y="968317"/>
                </a:lnTo>
                <a:lnTo>
                  <a:pt x="388260" y="980975"/>
                </a:lnTo>
                <a:lnTo>
                  <a:pt x="347992" y="992223"/>
                </a:lnTo>
                <a:lnTo>
                  <a:pt x="307352" y="1002047"/>
                </a:lnTo>
                <a:lnTo>
                  <a:pt x="266393" y="1010434"/>
                </a:lnTo>
                <a:lnTo>
                  <a:pt x="225163" y="1017376"/>
                </a:lnTo>
                <a:lnTo>
                  <a:pt x="183715" y="1022862"/>
                </a:lnTo>
                <a:lnTo>
                  <a:pt x="0" y="741261"/>
                </a:lnTo>
                <a:lnTo>
                  <a:pt x="118193" y="450601"/>
                </a:lnTo>
                <a:lnTo>
                  <a:pt x="139545" y="447774"/>
                </a:lnTo>
                <a:lnTo>
                  <a:pt x="160785" y="444198"/>
                </a:lnTo>
                <a:lnTo>
                  <a:pt x="181885" y="439878"/>
                </a:lnTo>
                <a:lnTo>
                  <a:pt x="202820" y="434817"/>
                </a:lnTo>
                <a:lnTo>
                  <a:pt x="223565" y="429022"/>
                </a:lnTo>
                <a:lnTo>
                  <a:pt x="244092" y="422502"/>
                </a:lnTo>
                <a:lnTo>
                  <a:pt x="264378" y="415263"/>
                </a:lnTo>
                <a:lnTo>
                  <a:pt x="284396" y="407315"/>
                </a:lnTo>
                <a:lnTo>
                  <a:pt x="304122" y="398667"/>
                </a:lnTo>
                <a:lnTo>
                  <a:pt x="323531" y="389330"/>
                </a:lnTo>
                <a:lnTo>
                  <a:pt x="342600" y="379317"/>
                </a:lnTo>
                <a:lnTo>
                  <a:pt x="361305" y="368638"/>
                </a:lnTo>
                <a:lnTo>
                  <a:pt x="379623" y="357308"/>
                </a:lnTo>
                <a:lnTo>
                  <a:pt x="397530" y="345340"/>
                </a:lnTo>
                <a:lnTo>
                  <a:pt x="415005" y="332750"/>
                </a:lnTo>
                <a:lnTo>
                  <a:pt x="432027" y="319553"/>
                </a:lnTo>
                <a:lnTo>
                  <a:pt x="448573" y="305764"/>
                </a:lnTo>
                <a:lnTo>
                  <a:pt x="464624" y="291402"/>
                </a:lnTo>
                <a:lnTo>
                  <a:pt x="480160" y="276485"/>
                </a:lnTo>
                <a:lnTo>
                  <a:pt x="495161" y="261029"/>
                </a:lnTo>
                <a:lnTo>
                  <a:pt x="509609" y="245056"/>
                </a:lnTo>
                <a:lnTo>
                  <a:pt x="523486" y="228584"/>
                </a:lnTo>
                <a:lnTo>
                  <a:pt x="536775" y="211633"/>
                </a:lnTo>
                <a:lnTo>
                  <a:pt x="549459" y="194226"/>
                </a:lnTo>
                <a:lnTo>
                  <a:pt x="561523" y="176383"/>
                </a:lnTo>
                <a:lnTo>
                  <a:pt x="572951" y="158127"/>
                </a:lnTo>
                <a:lnTo>
                  <a:pt x="583730" y="139480"/>
                </a:lnTo>
                <a:lnTo>
                  <a:pt x="593847" y="120465"/>
                </a:lnTo>
                <a:lnTo>
                  <a:pt x="603287" y="101106"/>
                </a:lnTo>
                <a:lnTo>
                  <a:pt x="612041" y="81427"/>
                </a:lnTo>
                <a:lnTo>
                  <a:pt x="620097" y="61452"/>
                </a:lnTo>
                <a:lnTo>
                  <a:pt x="627445" y="41206"/>
                </a:lnTo>
                <a:lnTo>
                  <a:pt x="634076" y="20713"/>
                </a:lnTo>
                <a:lnTo>
                  <a:pt x="639982" y="0"/>
                </a:lnTo>
                <a:lnTo>
                  <a:pt x="867334" y="216250"/>
                </a:lnTo>
                <a:close/>
              </a:path>
            </a:pathLst>
          </a:custGeom>
          <a:solidFill>
            <a:srgbClr val="CFCFCF"/>
          </a:solidFill>
          <a:ln w="6350">
            <a:solidFill>
              <a:srgbClr val="8A8A8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egment Realisieren"/>
          <p:cNvSpPr/>
          <p:nvPr/>
        </p:nvSpPr>
        <p:spPr>
          <a:xfrm>
            <a:off x="899239" y="1833511"/>
            <a:ext cx="1144882" cy="956329"/>
          </a:xfrm>
          <a:custGeom>
            <a:avLst/>
            <a:gdLst/>
            <a:ahLst/>
            <a:cxnLst/>
            <a:rect l="l" t="t" r="r" b="b"/>
            <a:pathLst>
              <a:path w="1144882" h="956329">
                <a:moveTo>
                  <a:pt x="1144882" y="954757"/>
                </a:moveTo>
                <a:lnTo>
                  <a:pt x="1103100" y="956279"/>
                </a:lnTo>
                <a:lnTo>
                  <a:pt x="1061290" y="956329"/>
                </a:lnTo>
                <a:lnTo>
                  <a:pt x="1019504" y="954909"/>
                </a:lnTo>
                <a:lnTo>
                  <a:pt x="977795" y="952018"/>
                </a:lnTo>
                <a:lnTo>
                  <a:pt x="936213" y="947662"/>
                </a:lnTo>
                <a:lnTo>
                  <a:pt x="894809" y="941846"/>
                </a:lnTo>
                <a:lnTo>
                  <a:pt x="853637" y="934576"/>
                </a:lnTo>
                <a:lnTo>
                  <a:pt x="812745" y="925862"/>
                </a:lnTo>
                <a:lnTo>
                  <a:pt x="772185" y="915714"/>
                </a:lnTo>
                <a:lnTo>
                  <a:pt x="732008" y="904145"/>
                </a:lnTo>
                <a:lnTo>
                  <a:pt x="692263" y="891170"/>
                </a:lnTo>
                <a:lnTo>
                  <a:pt x="652998" y="876804"/>
                </a:lnTo>
                <a:lnTo>
                  <a:pt x="614264" y="861066"/>
                </a:lnTo>
                <a:lnTo>
                  <a:pt x="576107" y="843974"/>
                </a:lnTo>
                <a:lnTo>
                  <a:pt x="538576" y="825551"/>
                </a:lnTo>
                <a:lnTo>
                  <a:pt x="501716" y="805818"/>
                </a:lnTo>
                <a:lnTo>
                  <a:pt x="465573" y="784800"/>
                </a:lnTo>
                <a:lnTo>
                  <a:pt x="430192" y="762523"/>
                </a:lnTo>
                <a:lnTo>
                  <a:pt x="395617" y="739015"/>
                </a:lnTo>
                <a:lnTo>
                  <a:pt x="361890" y="714305"/>
                </a:lnTo>
                <a:lnTo>
                  <a:pt x="329054" y="688424"/>
                </a:lnTo>
                <a:lnTo>
                  <a:pt x="297149" y="661403"/>
                </a:lnTo>
                <a:lnTo>
                  <a:pt x="266214" y="633277"/>
                </a:lnTo>
                <a:lnTo>
                  <a:pt x="236289" y="604079"/>
                </a:lnTo>
                <a:lnTo>
                  <a:pt x="207409" y="573846"/>
                </a:lnTo>
                <a:lnTo>
                  <a:pt x="179611" y="542616"/>
                </a:lnTo>
                <a:lnTo>
                  <a:pt x="152929" y="510427"/>
                </a:lnTo>
                <a:lnTo>
                  <a:pt x="127396" y="477319"/>
                </a:lnTo>
                <a:lnTo>
                  <a:pt x="103045" y="443333"/>
                </a:lnTo>
                <a:lnTo>
                  <a:pt x="79904" y="408511"/>
                </a:lnTo>
                <a:lnTo>
                  <a:pt x="58002" y="372897"/>
                </a:lnTo>
                <a:lnTo>
                  <a:pt x="37368" y="336534"/>
                </a:lnTo>
                <a:lnTo>
                  <a:pt x="18026" y="299467"/>
                </a:lnTo>
                <a:lnTo>
                  <a:pt x="0" y="261743"/>
                </a:lnTo>
                <a:lnTo>
                  <a:pt x="211047" y="0"/>
                </a:lnTo>
                <a:lnTo>
                  <a:pt x="524005" y="22590"/>
                </a:lnTo>
                <a:lnTo>
                  <a:pt x="533291" y="42023"/>
                </a:lnTo>
                <a:lnTo>
                  <a:pt x="543256" y="61118"/>
                </a:lnTo>
                <a:lnTo>
                  <a:pt x="553885" y="79851"/>
                </a:lnTo>
                <a:lnTo>
                  <a:pt x="565168" y="98198"/>
                </a:lnTo>
                <a:lnTo>
                  <a:pt x="577089" y="116136"/>
                </a:lnTo>
                <a:lnTo>
                  <a:pt x="589634" y="133644"/>
                </a:lnTo>
                <a:lnTo>
                  <a:pt x="602787" y="150700"/>
                </a:lnTo>
                <a:lnTo>
                  <a:pt x="616532" y="167282"/>
                </a:lnTo>
                <a:lnTo>
                  <a:pt x="630852" y="183370"/>
                </a:lnTo>
                <a:lnTo>
                  <a:pt x="645730" y="198944"/>
                </a:lnTo>
                <a:lnTo>
                  <a:pt x="661146" y="213986"/>
                </a:lnTo>
                <a:lnTo>
                  <a:pt x="677082" y="228475"/>
                </a:lnTo>
                <a:lnTo>
                  <a:pt x="693518" y="242395"/>
                </a:lnTo>
                <a:lnTo>
                  <a:pt x="710434" y="255728"/>
                </a:lnTo>
                <a:lnTo>
                  <a:pt x="727808" y="268457"/>
                </a:lnTo>
                <a:lnTo>
                  <a:pt x="745619" y="280567"/>
                </a:lnTo>
                <a:lnTo>
                  <a:pt x="763846" y="292043"/>
                </a:lnTo>
                <a:lnTo>
                  <a:pt x="782465" y="302870"/>
                </a:lnTo>
                <a:lnTo>
                  <a:pt x="801453" y="313036"/>
                </a:lnTo>
                <a:lnTo>
                  <a:pt x="820788" y="322527"/>
                </a:lnTo>
                <a:lnTo>
                  <a:pt x="840444" y="331332"/>
                </a:lnTo>
                <a:lnTo>
                  <a:pt x="860398" y="339439"/>
                </a:lnTo>
                <a:lnTo>
                  <a:pt x="880625" y="346840"/>
                </a:lnTo>
                <a:lnTo>
                  <a:pt x="901100" y="353524"/>
                </a:lnTo>
                <a:lnTo>
                  <a:pt x="921798" y="359484"/>
                </a:lnTo>
                <a:lnTo>
                  <a:pt x="942692" y="364711"/>
                </a:lnTo>
                <a:lnTo>
                  <a:pt x="963757" y="369200"/>
                </a:lnTo>
                <a:lnTo>
                  <a:pt x="984968" y="372945"/>
                </a:lnTo>
                <a:lnTo>
                  <a:pt x="1006297" y="375942"/>
                </a:lnTo>
                <a:lnTo>
                  <a:pt x="1027718" y="378186"/>
                </a:lnTo>
                <a:lnTo>
                  <a:pt x="1049205" y="379675"/>
                </a:lnTo>
                <a:lnTo>
                  <a:pt x="1070731" y="380407"/>
                </a:lnTo>
                <a:lnTo>
                  <a:pt x="1092269" y="380381"/>
                </a:lnTo>
                <a:lnTo>
                  <a:pt x="1113793" y="379597"/>
                </a:lnTo>
                <a:lnTo>
                  <a:pt x="978383" y="662647"/>
                </a:lnTo>
                <a:close/>
              </a:path>
            </a:pathLst>
          </a:custGeom>
          <a:solidFill>
            <a:srgbClr val="EFEFEF"/>
          </a:solidFill>
          <a:ln w="6350">
            <a:solidFill>
              <a:srgbClr val="9A9A9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egment Kontrollieren"/>
          <p:cNvSpPr/>
          <p:nvPr/>
        </p:nvSpPr>
        <p:spPr>
          <a:xfrm>
            <a:off x="792156" y="726559"/>
            <a:ext cx="774133" cy="1303001"/>
          </a:xfrm>
          <a:custGeom>
            <a:avLst/>
            <a:gdLst/>
            <a:ahLst/>
            <a:cxnLst/>
            <a:rect l="l" t="t" r="r" b="b"/>
            <a:pathLst>
              <a:path w="774133" h="1303001">
                <a:moveTo>
                  <a:pt x="79450" y="1303001"/>
                </a:moveTo>
                <a:lnTo>
                  <a:pt x="65092" y="1263734"/>
                </a:lnTo>
                <a:lnTo>
                  <a:pt x="52124" y="1223986"/>
                </a:lnTo>
                <a:lnTo>
                  <a:pt x="40563" y="1183806"/>
                </a:lnTo>
                <a:lnTo>
                  <a:pt x="30422" y="1143245"/>
                </a:lnTo>
                <a:lnTo>
                  <a:pt x="21716" y="1102352"/>
                </a:lnTo>
                <a:lnTo>
                  <a:pt x="14453" y="1061178"/>
                </a:lnTo>
                <a:lnTo>
                  <a:pt x="8644" y="1019773"/>
                </a:lnTo>
                <a:lnTo>
                  <a:pt x="4296" y="978190"/>
                </a:lnTo>
                <a:lnTo>
                  <a:pt x="1413" y="936480"/>
                </a:lnTo>
                <a:lnTo>
                  <a:pt x="0" y="894694"/>
                </a:lnTo>
                <a:lnTo>
                  <a:pt x="58" y="852885"/>
                </a:lnTo>
                <a:lnTo>
                  <a:pt x="1587" y="811103"/>
                </a:lnTo>
                <a:lnTo>
                  <a:pt x="4586" y="769401"/>
                </a:lnTo>
                <a:lnTo>
                  <a:pt x="9050" y="727830"/>
                </a:lnTo>
                <a:lnTo>
                  <a:pt x="14974" y="686442"/>
                </a:lnTo>
                <a:lnTo>
                  <a:pt x="22351" y="645288"/>
                </a:lnTo>
                <a:lnTo>
                  <a:pt x="31171" y="604419"/>
                </a:lnTo>
                <a:lnTo>
                  <a:pt x="41424" y="563886"/>
                </a:lnTo>
                <a:lnTo>
                  <a:pt x="53097" y="523739"/>
                </a:lnTo>
                <a:lnTo>
                  <a:pt x="66176" y="484028"/>
                </a:lnTo>
                <a:lnTo>
                  <a:pt x="80643" y="444801"/>
                </a:lnTo>
                <a:lnTo>
                  <a:pt x="96482" y="406107"/>
                </a:lnTo>
                <a:lnTo>
                  <a:pt x="113673" y="367995"/>
                </a:lnTo>
                <a:lnTo>
                  <a:pt x="132194" y="330512"/>
                </a:lnTo>
                <a:lnTo>
                  <a:pt x="152023" y="293703"/>
                </a:lnTo>
                <a:lnTo>
                  <a:pt x="173135" y="257615"/>
                </a:lnTo>
                <a:lnTo>
                  <a:pt x="195503" y="222292"/>
                </a:lnTo>
                <a:lnTo>
                  <a:pt x="219101" y="187778"/>
                </a:lnTo>
                <a:lnTo>
                  <a:pt x="243898" y="154116"/>
                </a:lnTo>
                <a:lnTo>
                  <a:pt x="269865" y="121347"/>
                </a:lnTo>
                <a:lnTo>
                  <a:pt x="296968" y="89512"/>
                </a:lnTo>
                <a:lnTo>
                  <a:pt x="325175" y="58651"/>
                </a:lnTo>
                <a:lnTo>
                  <a:pt x="354450" y="28801"/>
                </a:lnTo>
                <a:lnTo>
                  <a:pt x="384758" y="0"/>
                </a:lnTo>
                <a:lnTo>
                  <a:pt x="698907" y="119835"/>
                </a:lnTo>
                <a:lnTo>
                  <a:pt x="774133" y="424456"/>
                </a:lnTo>
                <a:lnTo>
                  <a:pt x="758520" y="439293"/>
                </a:lnTo>
                <a:lnTo>
                  <a:pt x="743439" y="454670"/>
                </a:lnTo>
                <a:lnTo>
                  <a:pt x="728908" y="470569"/>
                </a:lnTo>
                <a:lnTo>
                  <a:pt x="714946" y="486968"/>
                </a:lnTo>
                <a:lnTo>
                  <a:pt x="701569" y="503849"/>
                </a:lnTo>
                <a:lnTo>
                  <a:pt x="688794" y="521190"/>
                </a:lnTo>
                <a:lnTo>
                  <a:pt x="676638" y="538970"/>
                </a:lnTo>
                <a:lnTo>
                  <a:pt x="665115" y="557167"/>
                </a:lnTo>
                <a:lnTo>
                  <a:pt x="654239" y="575758"/>
                </a:lnTo>
                <a:lnTo>
                  <a:pt x="644025" y="594720"/>
                </a:lnTo>
                <a:lnTo>
                  <a:pt x="634483" y="614030"/>
                </a:lnTo>
                <a:lnTo>
                  <a:pt x="625627" y="633663"/>
                </a:lnTo>
                <a:lnTo>
                  <a:pt x="617468" y="653596"/>
                </a:lnTo>
                <a:lnTo>
                  <a:pt x="610015" y="673804"/>
                </a:lnTo>
                <a:lnTo>
                  <a:pt x="603278" y="694261"/>
                </a:lnTo>
                <a:lnTo>
                  <a:pt x="597264" y="714943"/>
                </a:lnTo>
                <a:lnTo>
                  <a:pt x="591982" y="735824"/>
                </a:lnTo>
                <a:lnTo>
                  <a:pt x="587439" y="756877"/>
                </a:lnTo>
                <a:lnTo>
                  <a:pt x="583638" y="778078"/>
                </a:lnTo>
                <a:lnTo>
                  <a:pt x="580587" y="799399"/>
                </a:lnTo>
                <a:lnTo>
                  <a:pt x="578287" y="820814"/>
                </a:lnTo>
                <a:lnTo>
                  <a:pt x="576742" y="842297"/>
                </a:lnTo>
                <a:lnTo>
                  <a:pt x="575954" y="863821"/>
                </a:lnTo>
                <a:lnTo>
                  <a:pt x="575924" y="885359"/>
                </a:lnTo>
                <a:lnTo>
                  <a:pt x="576652" y="906885"/>
                </a:lnTo>
                <a:lnTo>
                  <a:pt x="578137" y="928373"/>
                </a:lnTo>
                <a:lnTo>
                  <a:pt x="580377" y="949794"/>
                </a:lnTo>
                <a:lnTo>
                  <a:pt x="583370" y="971124"/>
                </a:lnTo>
                <a:lnTo>
                  <a:pt x="587111" y="992334"/>
                </a:lnTo>
                <a:lnTo>
                  <a:pt x="591596" y="1013401"/>
                </a:lnTo>
                <a:lnTo>
                  <a:pt x="596820" y="1034296"/>
                </a:lnTo>
                <a:lnTo>
                  <a:pt x="602776" y="1054994"/>
                </a:lnTo>
                <a:lnTo>
                  <a:pt x="609456" y="1075471"/>
                </a:lnTo>
                <a:lnTo>
                  <a:pt x="616853" y="1095699"/>
                </a:lnTo>
                <a:lnTo>
                  <a:pt x="305813" y="1054384"/>
                </a:lnTo>
                <a:close/>
              </a:path>
            </a:pathLst>
          </a:custGeom>
          <a:solidFill>
            <a:srgbClr val="EFEFEF"/>
          </a:solidFill>
          <a:ln w="6350">
            <a:solidFill>
              <a:srgbClr val="9A9A9A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 Ziele"/>
          <p:cNvSpPr txBox="1"/>
          <p:nvPr/>
        </p:nvSpPr>
        <p:spPr>
          <a:xfrm>
            <a:off x="1816457" y="571898"/>
            <a:ext cx="327086" cy="238604"/>
          </a:xfrm>
          <a:prstGeom prst="rect">
            <a:avLst/>
          </a:prstGeom>
          <a:noFill/>
        </p:spPr>
        <p:txBody>
          <a:bodyPr wrap="square" lIns="7200" rIns="7200" tIns="7200" bIns="7200" anchor="ctr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1" i="0">
                <a:solidFill>
                  <a:srgbClr val="1A1A1A"/>
                </a:solidFill>
                <a:latin typeface="Arial"/>
              </a:rPr>
              <a:t>Ziele</a:t>
            </a:r>
            <a:br>
              <a:rPr lang="de-DE" sz="700" b="1" i="0">
                <a:solidFill>
                  <a:srgbClr val="1A1A1A"/>
                </a:solidFill>
                <a:latin typeface="Arial"/>
                <a:cs typeface="Arial"/>
              </a:rPr>
            </a:br>
            <a:r>
              <a:rPr lang="de-DE" sz="700" b="1" i="0">
                <a:solidFill>
                  <a:srgbClr val="1A1A1A"/>
                </a:solidFill>
                <a:latin typeface="Arial"/>
              </a:rPr>
              <a:t>setzen</a:t>
            </a:r>
          </a:p>
        </p:txBody>
      </p:sp>
      <p:sp>
        <p:nvSpPr>
          <p:cNvPr id="8" name="Text Planen"/>
          <p:cNvSpPr txBox="1"/>
          <p:nvPr/>
        </p:nvSpPr>
        <p:spPr>
          <a:xfrm>
            <a:off x="2618457" y="1148794"/>
            <a:ext cx="455531" cy="343506"/>
          </a:xfrm>
          <a:prstGeom prst="rect">
            <a:avLst/>
          </a:prstGeom>
          <a:noFill/>
        </p:spPr>
        <p:txBody>
          <a:bodyPr wrap="square" lIns="7200" rIns="7200" tIns="7200" bIns="7200" anchor="ctr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1" i="0">
                <a:solidFill>
                  <a:srgbClr val="1A1A1A"/>
                </a:solidFill>
                <a:latin typeface="Arial"/>
              </a:rPr>
              <a:t>Planen</a:t>
            </a:r>
            <a:br>
              <a:rPr lang="de-DE" sz="700" b="1" i="0">
                <a:solidFill>
                  <a:srgbClr val="1A1A1A"/>
                </a:solidFill>
                <a:latin typeface="Arial"/>
                <a:cs typeface="Arial"/>
              </a:rPr>
            </a:br>
            <a:r>
              <a:rPr lang="de-DE" sz="700" b="1" i="0">
                <a:solidFill>
                  <a:srgbClr val="1A1A1A"/>
                </a:solidFill>
                <a:latin typeface="Arial"/>
              </a:rPr>
              <a:t>und</a:t>
            </a:r>
            <a:br>
              <a:rPr lang="de-DE" sz="700" b="1" i="0">
                <a:solidFill>
                  <a:srgbClr val="1A1A1A"/>
                </a:solidFill>
                <a:latin typeface="Arial"/>
                <a:cs typeface="Arial"/>
              </a:rPr>
            </a:br>
            <a:r>
              <a:rPr lang="de-DE" sz="700" b="1" i="0">
                <a:solidFill>
                  <a:srgbClr val="1A1A1A"/>
                </a:solidFill>
                <a:latin typeface="Arial"/>
              </a:rPr>
              <a:t>Gestalten</a:t>
            </a:r>
          </a:p>
        </p:txBody>
      </p:sp>
      <p:sp>
        <p:nvSpPr>
          <p:cNvPr id="9" name="Text Entscheiden"/>
          <p:cNvSpPr txBox="1"/>
          <p:nvPr/>
        </p:nvSpPr>
        <p:spPr>
          <a:xfrm>
            <a:off x="2225862" y="2272002"/>
            <a:ext cx="578986" cy="133702"/>
          </a:xfrm>
          <a:prstGeom prst="rect">
            <a:avLst/>
          </a:prstGeom>
          <a:noFill/>
        </p:spPr>
        <p:txBody>
          <a:bodyPr wrap="square" lIns="7200" rIns="7200" tIns="7200" bIns="7200" anchor="ctr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1" i="0">
                <a:solidFill>
                  <a:srgbClr val="1A1A1A"/>
                </a:solidFill>
                <a:latin typeface="Arial"/>
              </a:rPr>
              <a:t>Entscheiden</a:t>
            </a:r>
          </a:p>
        </p:txBody>
      </p:sp>
      <p:sp>
        <p:nvSpPr>
          <p:cNvPr id="10" name="Text Realisieren"/>
          <p:cNvSpPr txBox="1"/>
          <p:nvPr/>
        </p:nvSpPr>
        <p:spPr>
          <a:xfrm>
            <a:off x="1152744" y="2219551"/>
            <a:ext cx="583803" cy="238604"/>
          </a:xfrm>
          <a:prstGeom prst="rect">
            <a:avLst/>
          </a:prstGeom>
          <a:noFill/>
        </p:spPr>
        <p:txBody>
          <a:bodyPr wrap="square" lIns="7200" rIns="7200" tIns="7200" bIns="7200" anchor="ctr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1" i="0">
                <a:solidFill>
                  <a:srgbClr val="1A1A1A"/>
                </a:solidFill>
                <a:latin typeface="Arial"/>
              </a:rPr>
              <a:t>Realisieren</a:t>
            </a:r>
            <a:br>
              <a:rPr lang="de-DE" sz="700" b="1" i="0">
                <a:solidFill>
                  <a:srgbClr val="1A1A1A"/>
                </a:solidFill>
                <a:latin typeface="Arial"/>
                <a:cs typeface="Arial"/>
              </a:rPr>
            </a:br>
            <a:r>
              <a:rPr lang="de-DE" sz="700" b="1" i="0">
                <a:solidFill>
                  <a:srgbClr val="1A1A1A"/>
                </a:solidFill>
                <a:latin typeface="Arial"/>
              </a:rPr>
              <a:t>Durchführen</a:t>
            </a:r>
          </a:p>
        </p:txBody>
      </p:sp>
      <p:sp>
        <p:nvSpPr>
          <p:cNvPr id="11" name="Text Kontrollieren"/>
          <p:cNvSpPr txBox="1"/>
          <p:nvPr/>
        </p:nvSpPr>
        <p:spPr>
          <a:xfrm>
            <a:off x="811980" y="1096343"/>
            <a:ext cx="603596" cy="448408"/>
          </a:xfrm>
          <a:prstGeom prst="rect">
            <a:avLst/>
          </a:prstGeom>
          <a:noFill/>
        </p:spPr>
        <p:txBody>
          <a:bodyPr wrap="square" lIns="7200" rIns="7200" tIns="7200" bIns="7200" anchor="ctr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1" i="0">
                <a:solidFill>
                  <a:srgbClr val="1A1A1A"/>
                </a:solidFill>
                <a:latin typeface="Arial"/>
              </a:rPr>
              <a:t>Kontrollieren</a:t>
            </a:r>
            <a:br>
              <a:rPr lang="de-DE" sz="700" b="1" i="0">
                <a:solidFill>
                  <a:srgbClr val="1A1A1A"/>
                </a:solidFill>
                <a:latin typeface="Arial"/>
                <a:cs typeface="Arial"/>
              </a:rPr>
            </a:br>
            <a:r>
              <a:rPr lang="de-DE" sz="700" b="1" i="0">
                <a:solidFill>
                  <a:srgbClr val="1A1A1A"/>
                </a:solidFill>
                <a:latin typeface="Arial"/>
              </a:rPr>
              <a:t>Vergleichen</a:t>
            </a:r>
            <a:br>
              <a:rPr lang="de-DE" sz="700" b="1" i="0">
                <a:solidFill>
                  <a:srgbClr val="1A1A1A"/>
                </a:solidFill>
                <a:latin typeface="Arial"/>
                <a:cs typeface="Arial"/>
              </a:rPr>
            </a:br>
            <a:r>
              <a:rPr lang="de-DE" sz="700" b="1" i="0">
                <a:solidFill>
                  <a:srgbClr val="1A1A1A"/>
                </a:solidFill>
                <a:latin typeface="Arial"/>
              </a:rPr>
              <a:t>Analysieren</a:t>
            </a:r>
            <a:br>
              <a:rPr lang="de-DE" sz="700" b="1" i="0">
                <a:solidFill>
                  <a:srgbClr val="1A1A1A"/>
                </a:solidFill>
                <a:latin typeface="Arial"/>
                <a:cs typeface="Arial"/>
              </a:rPr>
            </a:br>
            <a:r>
              <a:rPr lang="de-DE" sz="700" b="1" i="0">
                <a:solidFill>
                  <a:srgbClr val="1A1A1A"/>
                </a:solidFill>
                <a:latin typeface="Arial"/>
              </a:rPr>
              <a:t>Berichten</a:t>
            </a:r>
          </a:p>
        </p:txBody>
      </p:sp>
      <p:sp>
        <p:nvSpPr>
          <p:cNvPr id="12" name="Freeform 11"/>
          <p:cNvSpPr/>
          <p:nvPr/>
        </p:nvSpPr>
        <p:spPr>
          <a:xfrm>
            <a:off x="1980000" y="1022400"/>
            <a:ext cx="0" cy="169200"/>
          </a:xfrm>
          <a:custGeom>
            <a:avLst/>
            <a:gdLst/>
            <a:ahLst/>
            <a:cxnLst/>
            <a:rect l="l" t="t" r="r" b="b"/>
            <a:pathLst>
              <a:path w="0" h="169200">
                <a:moveTo>
                  <a:pt x="0" y="169200"/>
                </a:moveTo>
                <a:lnTo>
                  <a:pt x="0" y="0"/>
                </a:lnTo>
              </a:path>
            </a:pathLst>
          </a:custGeom>
          <a:noFill/>
          <a:ln w="7620">
            <a:solidFill>
              <a:srgbClr val="6E6E6E"/>
            </a:solidFill>
            <a:prstDash val="sysDash"/>
            <a:round/>
            <a:headEnd type="triangle" w="sm" len="sm"/>
            <a:tailEnd type="triangle" w="sm" len="sm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2370314" y="1422894"/>
            <a:ext cx="160918" cy="52285"/>
          </a:xfrm>
          <a:custGeom>
            <a:avLst/>
            <a:gdLst/>
            <a:ahLst/>
            <a:cxnLst/>
            <a:rect l="l" t="t" r="r" b="b"/>
            <a:pathLst>
              <a:path w="160918" h="52285">
                <a:moveTo>
                  <a:pt x="0" y="52285"/>
                </a:moveTo>
                <a:lnTo>
                  <a:pt x="160918" y="0"/>
                </a:lnTo>
              </a:path>
            </a:pathLst>
          </a:custGeom>
          <a:noFill/>
          <a:ln w="7620">
            <a:solidFill>
              <a:srgbClr val="6E6E6E"/>
            </a:solidFill>
            <a:prstDash val="sysDash"/>
            <a:round/>
            <a:headEnd type="triangle" w="sm" len="sm"/>
            <a:tailEnd type="triangle" w="sm" len="sm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2221227" y="1934021"/>
            <a:ext cx="99453" cy="136885"/>
          </a:xfrm>
          <a:custGeom>
            <a:avLst/>
            <a:gdLst/>
            <a:ahLst/>
            <a:cxnLst/>
            <a:rect l="l" t="t" r="r" b="b"/>
            <a:pathLst>
              <a:path w="99453" h="136885">
                <a:moveTo>
                  <a:pt x="0" y="0"/>
                </a:moveTo>
                <a:lnTo>
                  <a:pt x="99453" y="136885"/>
                </a:lnTo>
              </a:path>
            </a:pathLst>
          </a:custGeom>
          <a:noFill/>
          <a:ln w="7620">
            <a:solidFill>
              <a:srgbClr val="6E6E6E"/>
            </a:solidFill>
            <a:prstDash val="sysDash"/>
            <a:round/>
            <a:headEnd type="triangle" w="sm" len="sm"/>
            <a:tailEnd type="triangle" w="sm" len="sm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1639320" y="1934021"/>
            <a:ext cx="99453" cy="136885"/>
          </a:xfrm>
          <a:custGeom>
            <a:avLst/>
            <a:gdLst/>
            <a:ahLst/>
            <a:cxnLst/>
            <a:rect l="l" t="t" r="r" b="b"/>
            <a:pathLst>
              <a:path w="99453" h="136885">
                <a:moveTo>
                  <a:pt x="99453" y="0"/>
                </a:moveTo>
                <a:lnTo>
                  <a:pt x="0" y="136885"/>
                </a:lnTo>
              </a:path>
            </a:pathLst>
          </a:custGeom>
          <a:noFill/>
          <a:ln w="7620">
            <a:solidFill>
              <a:srgbClr val="6E6E6E"/>
            </a:solidFill>
            <a:prstDash val="sysDash"/>
            <a:round/>
            <a:headEnd type="triangle" w="sm" len="sm"/>
            <a:tailEnd type="triangle" w="sm" len="sm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1428768" y="1422894"/>
            <a:ext cx="160918" cy="52285"/>
          </a:xfrm>
          <a:custGeom>
            <a:avLst/>
            <a:gdLst/>
            <a:ahLst/>
            <a:cxnLst/>
            <a:rect l="l" t="t" r="r" b="b"/>
            <a:pathLst>
              <a:path w="160918" h="52285">
                <a:moveTo>
                  <a:pt x="160918" y="52285"/>
                </a:moveTo>
                <a:lnTo>
                  <a:pt x="0" y="0"/>
                </a:lnTo>
              </a:path>
            </a:pathLst>
          </a:custGeom>
          <a:noFill/>
          <a:ln w="7620">
            <a:solidFill>
              <a:srgbClr val="6E6E6E"/>
            </a:solidFill>
            <a:prstDash val="sysDash"/>
            <a:round/>
            <a:headEnd type="triangle" w="sm" len="sm"/>
            <a:tailEnd type="triangle" w="sm" len="sm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Kern"/>
          <p:cNvSpPr/>
          <p:nvPr/>
        </p:nvSpPr>
        <p:spPr>
          <a:xfrm>
            <a:off x="1602000" y="1224000"/>
            <a:ext cx="756000" cy="756000"/>
          </a:xfrm>
          <a:prstGeom prst="ellipse">
            <a:avLst/>
          </a:prstGeom>
          <a:solidFill>
            <a:srgbClr val="C628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Kern Text"/>
          <p:cNvSpPr txBox="1"/>
          <p:nvPr/>
        </p:nvSpPr>
        <p:spPr>
          <a:xfrm>
            <a:off x="1602000" y="1422000"/>
            <a:ext cx="756000" cy="36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767"/>
              </a:lnSpc>
              <a:buNone/>
            </a:pPr>
            <a:r>
              <a:rPr lang="de-DE" sz="650" b="1" i="0">
                <a:solidFill>
                  <a:srgbClr val="FFFFFF"/>
                </a:solidFill>
                <a:latin typeface="Arial"/>
              </a:rPr>
              <a:t>Information</a:t>
            </a:r>
          </a:p>
          <a:p>
            <a:pPr algn="ctr">
              <a:lnSpc>
                <a:spcPts val="767"/>
              </a:lnSpc>
              <a:buNone/>
            </a:pPr>
            <a:r>
              <a:rPr lang="de-DE" sz="650" b="1" i="0">
                <a:solidFill>
                  <a:srgbClr val="FFFFFF"/>
                </a:solidFill>
                <a:latin typeface="Arial"/>
              </a:rPr>
              <a:t>Kommunikation</a:t>
            </a:r>
          </a:p>
          <a:p>
            <a:pPr algn="ctr">
              <a:lnSpc>
                <a:spcPts val="767"/>
              </a:lnSpc>
              <a:buNone/>
            </a:pPr>
            <a:r>
              <a:rPr lang="de-DE" sz="650" b="1" i="0">
                <a:solidFill>
                  <a:srgbClr val="FFFFFF"/>
                </a:solidFill>
                <a:latin typeface="Arial"/>
              </a:rPr>
              <a:t>Koordination</a:t>
            </a:r>
          </a:p>
        </p:txBody>
      </p:sp>
      <p:sp>
        <p:nvSpPr>
          <p:cNvPr id="19" name="Klammer Planungsprozess"/>
          <p:cNvSpPr/>
          <p:nvPr/>
        </p:nvSpPr>
        <p:spPr>
          <a:xfrm>
            <a:off x="1255229" y="338434"/>
            <a:ext cx="1988363" cy="2525434"/>
          </a:xfrm>
          <a:custGeom>
            <a:avLst/>
            <a:gdLst/>
            <a:ahLst/>
            <a:cxnLst/>
            <a:rect l="l" t="t" r="r" b="b"/>
            <a:pathLst>
              <a:path w="1988363" h="2525434">
                <a:moveTo>
                  <a:pt x="0" y="228485"/>
                </a:moveTo>
                <a:lnTo>
                  <a:pt x="27409" y="209825"/>
                </a:lnTo>
                <a:lnTo>
                  <a:pt x="55298" y="191890"/>
                </a:lnTo>
                <a:lnTo>
                  <a:pt x="83648" y="174692"/>
                </a:lnTo>
                <a:lnTo>
                  <a:pt x="112439" y="158245"/>
                </a:lnTo>
                <a:lnTo>
                  <a:pt x="141652" y="142559"/>
                </a:lnTo>
                <a:lnTo>
                  <a:pt x="171267" y="127644"/>
                </a:lnTo>
                <a:lnTo>
                  <a:pt x="201263" y="113512"/>
                </a:lnTo>
                <a:lnTo>
                  <a:pt x="231619" y="100172"/>
                </a:lnTo>
                <a:lnTo>
                  <a:pt x="262315" y="87633"/>
                </a:lnTo>
                <a:lnTo>
                  <a:pt x="293329" y="75903"/>
                </a:lnTo>
                <a:lnTo>
                  <a:pt x="324641" y="64992"/>
                </a:lnTo>
                <a:lnTo>
                  <a:pt x="356228" y="54905"/>
                </a:lnTo>
                <a:lnTo>
                  <a:pt x="388068" y="45651"/>
                </a:lnTo>
                <a:lnTo>
                  <a:pt x="420141" y="37236"/>
                </a:lnTo>
                <a:lnTo>
                  <a:pt x="452423" y="29665"/>
                </a:lnTo>
                <a:lnTo>
                  <a:pt x="484893" y="22944"/>
                </a:lnTo>
                <a:lnTo>
                  <a:pt x="517528" y="17077"/>
                </a:lnTo>
                <a:lnTo>
                  <a:pt x="550306" y="12068"/>
                </a:lnTo>
                <a:lnTo>
                  <a:pt x="583204" y="7921"/>
                </a:lnTo>
                <a:lnTo>
                  <a:pt x="616199" y="4639"/>
                </a:lnTo>
                <a:lnTo>
                  <a:pt x="649269" y="2224"/>
                </a:lnTo>
                <a:lnTo>
                  <a:pt x="682392" y="677"/>
                </a:lnTo>
                <a:lnTo>
                  <a:pt x="715543" y="0"/>
                </a:lnTo>
                <a:lnTo>
                  <a:pt x="748700" y="193"/>
                </a:lnTo>
                <a:lnTo>
                  <a:pt x="781842" y="1255"/>
                </a:lnTo>
                <a:lnTo>
                  <a:pt x="814944" y="3188"/>
                </a:lnTo>
                <a:lnTo>
                  <a:pt x="847983" y="5988"/>
                </a:lnTo>
                <a:lnTo>
                  <a:pt x="880938" y="9653"/>
                </a:lnTo>
                <a:lnTo>
                  <a:pt x="913786" y="14183"/>
                </a:lnTo>
                <a:lnTo>
                  <a:pt x="946503" y="19572"/>
                </a:lnTo>
                <a:lnTo>
                  <a:pt x="979068" y="25819"/>
                </a:lnTo>
                <a:lnTo>
                  <a:pt x="1011457" y="32917"/>
                </a:lnTo>
                <a:lnTo>
                  <a:pt x="1043649" y="40863"/>
                </a:lnTo>
                <a:lnTo>
                  <a:pt x="1075622" y="49651"/>
                </a:lnTo>
                <a:lnTo>
                  <a:pt x="1107352" y="59275"/>
                </a:lnTo>
                <a:lnTo>
                  <a:pt x="1138820" y="69728"/>
                </a:lnTo>
                <a:lnTo>
                  <a:pt x="1170002" y="81003"/>
                </a:lnTo>
                <a:lnTo>
                  <a:pt x="1200878" y="93093"/>
                </a:lnTo>
                <a:lnTo>
                  <a:pt x="1231426" y="105988"/>
                </a:lnTo>
                <a:lnTo>
                  <a:pt x="1261625" y="119681"/>
                </a:lnTo>
                <a:lnTo>
                  <a:pt x="1291454" y="134161"/>
                </a:lnTo>
                <a:lnTo>
                  <a:pt x="1320893" y="149419"/>
                </a:lnTo>
                <a:lnTo>
                  <a:pt x="1349922" y="165444"/>
                </a:lnTo>
                <a:lnTo>
                  <a:pt x="1378520" y="182226"/>
                </a:lnTo>
                <a:lnTo>
                  <a:pt x="1406668" y="199752"/>
                </a:lnTo>
                <a:lnTo>
                  <a:pt x="1434347" y="218010"/>
                </a:lnTo>
                <a:lnTo>
                  <a:pt x="1461537" y="236988"/>
                </a:lnTo>
                <a:lnTo>
                  <a:pt x="1488219" y="256674"/>
                </a:lnTo>
                <a:lnTo>
                  <a:pt x="1514376" y="277052"/>
                </a:lnTo>
                <a:lnTo>
                  <a:pt x="1539989" y="298110"/>
                </a:lnTo>
                <a:lnTo>
                  <a:pt x="1565041" y="319833"/>
                </a:lnTo>
                <a:lnTo>
                  <a:pt x="1589514" y="342206"/>
                </a:lnTo>
                <a:lnTo>
                  <a:pt x="1613392" y="365213"/>
                </a:lnTo>
                <a:lnTo>
                  <a:pt x="1636657" y="388838"/>
                </a:lnTo>
                <a:lnTo>
                  <a:pt x="1659295" y="413066"/>
                </a:lnTo>
                <a:lnTo>
                  <a:pt x="1681290" y="437880"/>
                </a:lnTo>
                <a:lnTo>
                  <a:pt x="1702625" y="463262"/>
                </a:lnTo>
                <a:lnTo>
                  <a:pt x="1723288" y="489196"/>
                </a:lnTo>
                <a:lnTo>
                  <a:pt x="1743262" y="515662"/>
                </a:lnTo>
                <a:lnTo>
                  <a:pt x="1762536" y="542644"/>
                </a:lnTo>
                <a:lnTo>
                  <a:pt x="1781095" y="570121"/>
                </a:lnTo>
                <a:lnTo>
                  <a:pt x="1798926" y="598077"/>
                </a:lnTo>
                <a:lnTo>
                  <a:pt x="1816018" y="626491"/>
                </a:lnTo>
                <a:lnTo>
                  <a:pt x="1832358" y="655343"/>
                </a:lnTo>
                <a:lnTo>
                  <a:pt x="1847936" y="684614"/>
                </a:lnTo>
                <a:lnTo>
                  <a:pt x="1862740" y="714284"/>
                </a:lnTo>
                <a:lnTo>
                  <a:pt x="1876761" y="744332"/>
                </a:lnTo>
                <a:lnTo>
                  <a:pt x="1889989" y="774738"/>
                </a:lnTo>
                <a:lnTo>
                  <a:pt x="1902414" y="805480"/>
                </a:lnTo>
                <a:lnTo>
                  <a:pt x="1914028" y="836538"/>
                </a:lnTo>
                <a:lnTo>
                  <a:pt x="1924823" y="867889"/>
                </a:lnTo>
                <a:lnTo>
                  <a:pt x="1934792" y="899514"/>
                </a:lnTo>
                <a:lnTo>
                  <a:pt x="1943928" y="931388"/>
                </a:lnTo>
                <a:lnTo>
                  <a:pt x="1952224" y="963492"/>
                </a:lnTo>
                <a:lnTo>
                  <a:pt x="1959675" y="995802"/>
                </a:lnTo>
                <a:lnTo>
                  <a:pt x="1966275" y="1028297"/>
                </a:lnTo>
                <a:lnTo>
                  <a:pt x="1972021" y="1060953"/>
                </a:lnTo>
                <a:lnTo>
                  <a:pt x="1976908" y="1093750"/>
                </a:lnTo>
                <a:lnTo>
                  <a:pt x="1980933" y="1126663"/>
                </a:lnTo>
                <a:lnTo>
                  <a:pt x="1984092" y="1159670"/>
                </a:lnTo>
                <a:lnTo>
                  <a:pt x="1986385" y="1192749"/>
                </a:lnTo>
                <a:lnTo>
                  <a:pt x="1987809" y="1225876"/>
                </a:lnTo>
                <a:lnTo>
                  <a:pt x="1988363" y="1259030"/>
                </a:lnTo>
                <a:lnTo>
                  <a:pt x="1988047" y="1292187"/>
                </a:lnTo>
                <a:lnTo>
                  <a:pt x="1986861" y="1325324"/>
                </a:lnTo>
                <a:lnTo>
                  <a:pt x="1984806" y="1358418"/>
                </a:lnTo>
                <a:lnTo>
                  <a:pt x="1981883" y="1391447"/>
                </a:lnTo>
                <a:lnTo>
                  <a:pt x="1978095" y="1424389"/>
                </a:lnTo>
                <a:lnTo>
                  <a:pt x="1973444" y="1457219"/>
                </a:lnTo>
                <a:lnTo>
                  <a:pt x="1967933" y="1489916"/>
                </a:lnTo>
                <a:lnTo>
                  <a:pt x="1961565" y="1522457"/>
                </a:lnTo>
                <a:lnTo>
                  <a:pt x="1954347" y="1554820"/>
                </a:lnTo>
                <a:lnTo>
                  <a:pt x="1946281" y="1586982"/>
                </a:lnTo>
                <a:lnTo>
                  <a:pt x="1937374" y="1618922"/>
                </a:lnTo>
                <a:lnTo>
                  <a:pt x="1927633" y="1650617"/>
                </a:lnTo>
                <a:lnTo>
                  <a:pt x="1917063" y="1682045"/>
                </a:lnTo>
                <a:lnTo>
                  <a:pt x="1905672" y="1713186"/>
                </a:lnTo>
                <a:lnTo>
                  <a:pt x="1893468" y="1744016"/>
                </a:lnTo>
                <a:lnTo>
                  <a:pt x="1880459" y="1774516"/>
                </a:lnTo>
                <a:lnTo>
                  <a:pt x="1866654" y="1804664"/>
                </a:lnTo>
                <a:lnTo>
                  <a:pt x="1852064" y="1834439"/>
                </a:lnTo>
                <a:lnTo>
                  <a:pt x="1836696" y="1863822"/>
                </a:lnTo>
                <a:lnTo>
                  <a:pt x="1820564" y="1892791"/>
                </a:lnTo>
                <a:lnTo>
                  <a:pt x="1803676" y="1921326"/>
                </a:lnTo>
                <a:lnTo>
                  <a:pt x="1786046" y="1949409"/>
                </a:lnTo>
                <a:lnTo>
                  <a:pt x="1767685" y="1977019"/>
                </a:lnTo>
                <a:lnTo>
                  <a:pt x="1748606" y="2004139"/>
                </a:lnTo>
                <a:lnTo>
                  <a:pt x="1728821" y="2030748"/>
                </a:lnTo>
                <a:lnTo>
                  <a:pt x="1708346" y="2056829"/>
                </a:lnTo>
                <a:lnTo>
                  <a:pt x="1687193" y="2082364"/>
                </a:lnTo>
                <a:lnTo>
                  <a:pt x="1665377" y="2107334"/>
                </a:lnTo>
                <a:lnTo>
                  <a:pt x="1642914" y="2131724"/>
                </a:lnTo>
                <a:lnTo>
                  <a:pt x="1619818" y="2155516"/>
                </a:lnTo>
                <a:lnTo>
                  <a:pt x="1596106" y="2178694"/>
                </a:lnTo>
                <a:lnTo>
                  <a:pt x="1571794" y="2201242"/>
                </a:lnTo>
                <a:lnTo>
                  <a:pt x="1546899" y="2223144"/>
                </a:lnTo>
                <a:lnTo>
                  <a:pt x="1521438" y="2244385"/>
                </a:lnTo>
                <a:lnTo>
                  <a:pt x="1495428" y="2264951"/>
                </a:lnTo>
                <a:lnTo>
                  <a:pt x="1468888" y="2284828"/>
                </a:lnTo>
                <a:lnTo>
                  <a:pt x="1441835" y="2304001"/>
                </a:lnTo>
                <a:lnTo>
                  <a:pt x="1414288" y="2322457"/>
                </a:lnTo>
                <a:lnTo>
                  <a:pt x="1386267" y="2340185"/>
                </a:lnTo>
                <a:lnTo>
                  <a:pt x="1357790" y="2357171"/>
                </a:lnTo>
                <a:lnTo>
                  <a:pt x="1328877" y="2373404"/>
                </a:lnTo>
                <a:lnTo>
                  <a:pt x="1299548" y="2388873"/>
                </a:lnTo>
                <a:lnTo>
                  <a:pt x="1269823" y="2403567"/>
                </a:lnTo>
                <a:lnTo>
                  <a:pt x="1239723" y="2417476"/>
                </a:lnTo>
                <a:lnTo>
                  <a:pt x="1209269" y="2430591"/>
                </a:lnTo>
                <a:lnTo>
                  <a:pt x="1178481" y="2442902"/>
                </a:lnTo>
                <a:lnTo>
                  <a:pt x="1147380" y="2454400"/>
                </a:lnTo>
                <a:lnTo>
                  <a:pt x="1115989" y="2465079"/>
                </a:lnTo>
                <a:lnTo>
                  <a:pt x="1084328" y="2474931"/>
                </a:lnTo>
                <a:lnTo>
                  <a:pt x="1052419" y="2483948"/>
                </a:lnTo>
                <a:lnTo>
                  <a:pt x="1020285" y="2492125"/>
                </a:lnTo>
                <a:lnTo>
                  <a:pt x="987947" y="2499456"/>
                </a:lnTo>
                <a:lnTo>
                  <a:pt x="955428" y="2505936"/>
                </a:lnTo>
                <a:lnTo>
                  <a:pt x="922751" y="2511560"/>
                </a:lnTo>
                <a:lnTo>
                  <a:pt x="889937" y="2516325"/>
                </a:lnTo>
                <a:lnTo>
                  <a:pt x="857009" y="2520228"/>
                </a:lnTo>
                <a:lnTo>
                  <a:pt x="823990" y="2523265"/>
                </a:lnTo>
                <a:lnTo>
                  <a:pt x="790903" y="2525434"/>
                </a:lnTo>
              </a:path>
            </a:pathLst>
          </a:custGeom>
          <a:noFill/>
          <a:ln w="12700">
            <a:solidFill>
              <a:srgbClr val="C6282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1255229" y="566919"/>
            <a:ext cx="37168" cy="53082"/>
          </a:xfrm>
          <a:custGeom>
            <a:avLst/>
            <a:gdLst/>
            <a:ahLst/>
            <a:cxnLst/>
            <a:rect l="l" t="t" r="r" b="b"/>
            <a:pathLst>
              <a:path w="37168" h="53082">
                <a:moveTo>
                  <a:pt x="0" y="0"/>
                </a:moveTo>
                <a:lnTo>
                  <a:pt x="37168" y="53082"/>
                </a:lnTo>
              </a:path>
            </a:pathLst>
          </a:custGeom>
          <a:noFill/>
          <a:ln w="12700">
            <a:solidFill>
              <a:srgbClr val="C6282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2042740" y="2799157"/>
            <a:ext cx="3392" cy="64711"/>
          </a:xfrm>
          <a:custGeom>
            <a:avLst/>
            <a:gdLst/>
            <a:ahLst/>
            <a:cxnLst/>
            <a:rect l="l" t="t" r="r" b="b"/>
            <a:pathLst>
              <a:path w="3392" h="64711">
                <a:moveTo>
                  <a:pt x="3392" y="64711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rgbClr val="C6282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Planungsprozess"/>
          <p:cNvSpPr txBox="1"/>
          <p:nvPr/>
        </p:nvSpPr>
        <p:spPr>
          <a:xfrm>
            <a:off x="2788979" y="436954"/>
            <a:ext cx="936000" cy="1224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ts val="826"/>
              </a:lnSpc>
              <a:buNone/>
            </a:pPr>
            <a:r>
              <a:rPr lang="de-DE" sz="700" b="1" i="0">
                <a:solidFill>
                  <a:srgbClr val="C62828"/>
                </a:solidFill>
                <a:latin typeface="Arial"/>
              </a:rPr>
              <a:t>Planungsprozess</a:t>
            </a:r>
          </a:p>
        </p:txBody>
      </p:sp>
      <p:sp>
        <p:nvSpPr>
          <p:cNvPr id="23" name="Objekt Ziel-Größen"/>
          <p:cNvSpPr txBox="1"/>
          <p:nvPr/>
        </p:nvSpPr>
        <p:spPr>
          <a:xfrm>
            <a:off x="1724881" y="140400"/>
            <a:ext cx="510238" cy="115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0" i="1">
                <a:solidFill>
                  <a:srgbClr val="1A1A1A"/>
                </a:solidFill>
                <a:latin typeface="Arial"/>
              </a:rPr>
              <a:t>Ziel-Größen</a:t>
            </a:r>
          </a:p>
        </p:txBody>
      </p:sp>
      <p:sp>
        <p:nvSpPr>
          <p:cNvPr id="24" name="Objekt Plan-Werte"/>
          <p:cNvSpPr txBox="1"/>
          <p:nvPr/>
        </p:nvSpPr>
        <p:spPr>
          <a:xfrm>
            <a:off x="3286406" y="1218676"/>
            <a:ext cx="479028" cy="115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826"/>
              </a:lnSpc>
              <a:buNone/>
            </a:pPr>
            <a:r>
              <a:rPr lang="de-DE" sz="700" b="0" i="1">
                <a:solidFill>
                  <a:srgbClr val="1A1A1A"/>
                </a:solidFill>
                <a:latin typeface="Arial"/>
              </a:rPr>
              <a:t>Plan-Werte</a:t>
            </a:r>
          </a:p>
        </p:txBody>
      </p:sp>
      <p:sp>
        <p:nvSpPr>
          <p:cNvPr id="25" name="Objekt Ist-Werte"/>
          <p:cNvSpPr txBox="1"/>
          <p:nvPr/>
        </p:nvSpPr>
        <p:spPr>
          <a:xfrm>
            <a:off x="819055" y="2656311"/>
            <a:ext cx="394943" cy="115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826"/>
              </a:lnSpc>
              <a:buNone/>
            </a:pPr>
            <a:r>
              <a:rPr lang="de-DE" sz="700" b="0" i="1">
                <a:solidFill>
                  <a:srgbClr val="1A1A1A"/>
                </a:solidFill>
                <a:latin typeface="Arial"/>
              </a:rPr>
              <a:t>Ist-Werte</a:t>
            </a:r>
          </a:p>
        </p:txBody>
      </p:sp>
      <p:sp>
        <p:nvSpPr>
          <p:cNvPr id="26" name="Objekt Abweichungen"/>
          <p:cNvSpPr txBox="1"/>
          <p:nvPr/>
        </p:nvSpPr>
        <p:spPr>
          <a:xfrm>
            <a:off x="103260" y="1230869"/>
            <a:ext cx="619237" cy="115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826"/>
              </a:lnSpc>
              <a:buNone/>
            </a:pPr>
            <a:r>
              <a:rPr lang="de-DE" sz="700" b="0" i="1">
                <a:solidFill>
                  <a:srgbClr val="1A1A1A"/>
                </a:solidFill>
                <a:latin typeface="Arial"/>
              </a:rPr>
              <a:t>Abweichungen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