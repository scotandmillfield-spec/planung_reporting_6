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960000" cy="25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vigationsmenü"/>
          <p:cNvSpPr/>
          <p:nvPr/>
        </p:nvSpPr>
        <p:spPr>
          <a:xfrm>
            <a:off x="10800" y="10800"/>
            <a:ext cx="3938400" cy="234000"/>
          </a:xfrm>
          <a:prstGeom prst="roundRect">
            <a:avLst>
              <a:gd name="adj" fmla="val 12308"/>
            </a:avLst>
          </a:prstGeom>
          <a:solidFill>
            <a:srgbClr val="CFCFCF"/>
          </a:solidFill>
          <a:ln w="6350">
            <a:solidFill>
              <a:srgbClr val="8A8A8A"/>
            </a:solidFill>
            <a:round/>
          </a:ln>
        </p:spPr>
        <p:txBody>
          <a:bodyPr rtlCol="0" anchor="ctr" lIns="57600" rIns="57600" tIns="21600" bIns="21600" wrap="square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Navigationsmenü</a:t>
            </a:r>
          </a:p>
        </p:txBody>
      </p:sp>
      <p:sp>
        <p:nvSpPr>
          <p:cNvPr id="3" name="Generelle Berichtsinformationen"/>
          <p:cNvSpPr/>
          <p:nvPr/>
        </p:nvSpPr>
        <p:spPr>
          <a:xfrm>
            <a:off x="10800" y="302400"/>
            <a:ext cx="3016800" cy="234000"/>
          </a:xfrm>
          <a:prstGeom prst="roundRect">
            <a:avLst>
              <a:gd name="adj" fmla="val 12308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57600" rIns="57600" tIns="21600" bIns="21600" wrap="square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Generelle Berichtsinformationen</a:t>
            </a:r>
          </a:p>
        </p:txBody>
      </p:sp>
      <p:sp>
        <p:nvSpPr>
          <p:cNvPr id="4" name="Corporate Identity"/>
          <p:cNvSpPr/>
          <p:nvPr/>
        </p:nvSpPr>
        <p:spPr>
          <a:xfrm>
            <a:off x="3085200" y="302400"/>
            <a:ext cx="864000" cy="234000"/>
          </a:xfrm>
          <a:prstGeom prst="roundRect">
            <a:avLst>
              <a:gd name="adj" fmla="val 12308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57600" rIns="576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Corporate Identity</a:t>
            </a:r>
          </a:p>
        </p:txBody>
      </p:sp>
      <p:sp>
        <p:nvSpPr>
          <p:cNvPr id="5" name="Selektionskriterien"/>
          <p:cNvSpPr/>
          <p:nvPr/>
        </p:nvSpPr>
        <p:spPr>
          <a:xfrm>
            <a:off x="10800" y="594000"/>
            <a:ext cx="1940400" cy="234000"/>
          </a:xfrm>
          <a:prstGeom prst="roundRect">
            <a:avLst>
              <a:gd name="adj" fmla="val 12308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57600" rIns="57600" tIns="21600" bIns="21600" wrap="square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Selektionskriterien</a:t>
            </a:r>
          </a:p>
        </p:txBody>
      </p:sp>
      <p:sp>
        <p:nvSpPr>
          <p:cNvPr id="6" name="Funktionen"/>
          <p:cNvSpPr/>
          <p:nvPr/>
        </p:nvSpPr>
        <p:spPr>
          <a:xfrm>
            <a:off x="2008800" y="594000"/>
            <a:ext cx="1940400" cy="234000"/>
          </a:xfrm>
          <a:prstGeom prst="roundRect">
            <a:avLst>
              <a:gd name="adj" fmla="val 12308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57600" rIns="57600" tIns="21600" bIns="21600" wrap="square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Funktionen</a:t>
            </a:r>
          </a:p>
        </p:txBody>
      </p:sp>
      <p:sp>
        <p:nvSpPr>
          <p:cNvPr id="7" name="Karte Auswertungsbereich"/>
          <p:cNvSpPr/>
          <p:nvPr/>
        </p:nvSpPr>
        <p:spPr>
          <a:xfrm>
            <a:off x="10800" y="950400"/>
            <a:ext cx="1940400" cy="786600"/>
          </a:xfrm>
          <a:prstGeom prst="roundRect">
            <a:avLst>
              <a:gd name="adj" fmla="val 3660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/>
          <a:lstStyle/>
          <a:p/>
        </p:txBody>
      </p:sp>
      <p:sp>
        <p:nvSpPr>
          <p:cNvPr id="8" name="Kopf Auswertungsbereich"/>
          <p:cNvSpPr/>
          <p:nvPr/>
        </p:nvSpPr>
        <p:spPr>
          <a:xfrm>
            <a:off x="10800" y="950400"/>
            <a:ext cx="1940400" cy="180000"/>
          </a:xfrm>
          <a:prstGeom prst="round2SameRect">
            <a:avLst>
              <a:gd name="adj1" fmla="val 16000"/>
              <a:gd name="adj2" fmla="val 0"/>
            </a:avLst>
          </a:prstGeom>
          <a:solidFill>
            <a:srgbClr val="3A3F44"/>
          </a:solidFill>
          <a:ln>
            <a:noFill/>
          </a:ln>
        </p:spPr>
        <p:txBody>
          <a:bodyPr rtlCol="0" anchor="ctr" lIns="57600" rIns="57600" tIns="10800" bIns="10800" wrap="square">
            <a:noAutofit/>
          </a:bodyPr>
          <a:lstStyle/>
          <a:p>
            <a:pPr algn="l">
              <a:lnSpc>
                <a:spcPts val="885"/>
              </a:lnSpc>
              <a:buNone/>
            </a:pPr>
            <a:r>
              <a:rPr lang="de-DE" sz="750" b="1" i="0">
                <a:solidFill>
                  <a:srgbClr val="FFFFFF"/>
                </a:solidFill>
                <a:latin typeface="Arial"/>
              </a:rPr>
              <a:t>Auswertungsbereich</a:t>
            </a:r>
          </a:p>
        </p:txBody>
      </p:sp>
      <p:sp>
        <p:nvSpPr>
          <p:cNvPr id="9" name="Inhalt Auswertungsbereich"/>
          <p:cNvSpPr txBox="1"/>
          <p:nvPr/>
        </p:nvSpPr>
        <p:spPr>
          <a:xfrm>
            <a:off x="10800" y="1130400"/>
            <a:ext cx="1940400" cy="606600"/>
          </a:xfrm>
          <a:prstGeom prst="rect">
            <a:avLst/>
          </a:prstGeom>
          <a:noFill/>
        </p:spPr>
        <p:txBody>
          <a:bodyPr wrap="square" lIns="57600" rIns="57600" tIns="43200" bIns="43200" anchor="t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0" name="Tabellen/Grafiken 1"/>
          <p:cNvSpPr/>
          <p:nvPr/>
        </p:nvSpPr>
        <p:spPr>
          <a:xfrm>
            <a:off x="68400" y="1188000"/>
            <a:ext cx="1825200" cy="286848"/>
          </a:xfrm>
          <a:prstGeom prst="roundRect">
            <a:avLst>
              <a:gd name="adj" fmla="val 10040"/>
            </a:avLst>
          </a:prstGeom>
          <a:solidFill>
            <a:srgbClr val="FFFFFF"/>
          </a:solidFill>
          <a:ln w="6350">
            <a:solidFill>
              <a:srgbClr val="9A9A9A"/>
            </a:solidFill>
            <a:round/>
          </a:ln>
        </p:spPr>
        <p:txBody>
          <a:bodyPr rtlCol="0" anchor="ctr" lIns="57600" rIns="576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Tabellen/Grafiken</a:t>
            </a:r>
          </a:p>
        </p:txBody>
      </p:sp>
      <p:sp>
        <p:nvSpPr>
          <p:cNvPr id="11" name="Kommentare 1"/>
          <p:cNvSpPr/>
          <p:nvPr/>
        </p:nvSpPr>
        <p:spPr>
          <a:xfrm>
            <a:off x="68400" y="1518048"/>
            <a:ext cx="1825200" cy="161352"/>
          </a:xfrm>
          <a:prstGeom prst="roundRect">
            <a:avLst>
              <a:gd name="adj" fmla="val 17849"/>
            </a:avLst>
          </a:prstGeom>
          <a:solidFill>
            <a:srgbClr val="FFFFFF"/>
          </a:solidFill>
          <a:ln w="6350">
            <a:solidFill>
              <a:srgbClr val="9A9A9A"/>
            </a:solidFill>
            <a:round/>
          </a:ln>
        </p:spPr>
        <p:txBody>
          <a:bodyPr rtlCol="0" anchor="ctr" lIns="57600" rIns="576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Kommentare</a:t>
            </a:r>
          </a:p>
        </p:txBody>
      </p:sp>
      <p:sp>
        <p:nvSpPr>
          <p:cNvPr id="12" name="Karte Auswertungsbereich"/>
          <p:cNvSpPr/>
          <p:nvPr/>
        </p:nvSpPr>
        <p:spPr>
          <a:xfrm>
            <a:off x="2008800" y="950400"/>
            <a:ext cx="1940400" cy="786600"/>
          </a:xfrm>
          <a:prstGeom prst="roundRect">
            <a:avLst>
              <a:gd name="adj" fmla="val 3660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/>
          <a:lstStyle/>
          <a:p/>
        </p:txBody>
      </p:sp>
      <p:sp>
        <p:nvSpPr>
          <p:cNvPr id="13" name="Kopf Auswertungsbereich"/>
          <p:cNvSpPr/>
          <p:nvPr/>
        </p:nvSpPr>
        <p:spPr>
          <a:xfrm>
            <a:off x="2008800" y="950400"/>
            <a:ext cx="1940400" cy="180000"/>
          </a:xfrm>
          <a:prstGeom prst="round2SameRect">
            <a:avLst>
              <a:gd name="adj1" fmla="val 16000"/>
              <a:gd name="adj2" fmla="val 0"/>
            </a:avLst>
          </a:prstGeom>
          <a:solidFill>
            <a:srgbClr val="3A3F44"/>
          </a:solidFill>
          <a:ln>
            <a:noFill/>
          </a:ln>
        </p:spPr>
        <p:txBody>
          <a:bodyPr rtlCol="0" anchor="ctr" lIns="57600" rIns="57600" tIns="10800" bIns="10800" wrap="square">
            <a:noAutofit/>
          </a:bodyPr>
          <a:lstStyle/>
          <a:p>
            <a:pPr algn="l">
              <a:lnSpc>
                <a:spcPts val="885"/>
              </a:lnSpc>
              <a:buNone/>
            </a:pPr>
            <a:r>
              <a:rPr lang="de-DE" sz="750" b="1" i="0">
                <a:solidFill>
                  <a:srgbClr val="FFFFFF"/>
                </a:solidFill>
                <a:latin typeface="Arial"/>
              </a:rPr>
              <a:t>Auswertungsbereich</a:t>
            </a:r>
          </a:p>
        </p:txBody>
      </p:sp>
      <p:sp>
        <p:nvSpPr>
          <p:cNvPr id="14" name="Inhalt Auswertungsbereich"/>
          <p:cNvSpPr txBox="1"/>
          <p:nvPr/>
        </p:nvSpPr>
        <p:spPr>
          <a:xfrm>
            <a:off x="2008800" y="1130400"/>
            <a:ext cx="1940400" cy="606600"/>
          </a:xfrm>
          <a:prstGeom prst="rect">
            <a:avLst/>
          </a:prstGeom>
          <a:noFill/>
        </p:spPr>
        <p:txBody>
          <a:bodyPr wrap="square" lIns="57600" rIns="57600" tIns="43200" bIns="43200" anchor="t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5" name="Tabellen/Grafiken 2"/>
          <p:cNvSpPr/>
          <p:nvPr/>
        </p:nvSpPr>
        <p:spPr>
          <a:xfrm>
            <a:off x="2066400" y="1188000"/>
            <a:ext cx="1825200" cy="286848"/>
          </a:xfrm>
          <a:prstGeom prst="roundRect">
            <a:avLst>
              <a:gd name="adj" fmla="val 10040"/>
            </a:avLst>
          </a:prstGeom>
          <a:solidFill>
            <a:srgbClr val="FFFFFF"/>
          </a:solidFill>
          <a:ln w="6350">
            <a:solidFill>
              <a:srgbClr val="9A9A9A"/>
            </a:solidFill>
            <a:round/>
          </a:ln>
        </p:spPr>
        <p:txBody>
          <a:bodyPr rtlCol="0" anchor="ctr" lIns="57600" rIns="576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Tabellen/Grafiken</a:t>
            </a:r>
          </a:p>
        </p:txBody>
      </p:sp>
      <p:sp>
        <p:nvSpPr>
          <p:cNvPr id="16" name="Kommentare 2"/>
          <p:cNvSpPr/>
          <p:nvPr/>
        </p:nvSpPr>
        <p:spPr>
          <a:xfrm>
            <a:off x="2066400" y="1518048"/>
            <a:ext cx="1825200" cy="161352"/>
          </a:xfrm>
          <a:prstGeom prst="roundRect">
            <a:avLst>
              <a:gd name="adj" fmla="val 17849"/>
            </a:avLst>
          </a:prstGeom>
          <a:solidFill>
            <a:srgbClr val="FFFFFF"/>
          </a:solidFill>
          <a:ln w="6350">
            <a:solidFill>
              <a:srgbClr val="9A9A9A"/>
            </a:solidFill>
            <a:round/>
          </a:ln>
        </p:spPr>
        <p:txBody>
          <a:bodyPr rtlCol="0" anchor="ctr" lIns="57600" rIns="576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Kommentare</a:t>
            </a:r>
          </a:p>
        </p:txBody>
      </p:sp>
      <p:sp>
        <p:nvSpPr>
          <p:cNvPr id="17" name="Karte Auswertungsbereich"/>
          <p:cNvSpPr/>
          <p:nvPr/>
        </p:nvSpPr>
        <p:spPr>
          <a:xfrm>
            <a:off x="10800" y="1794600"/>
            <a:ext cx="1940400" cy="786600"/>
          </a:xfrm>
          <a:prstGeom prst="roundRect">
            <a:avLst>
              <a:gd name="adj" fmla="val 3660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/>
          <a:lstStyle/>
          <a:p/>
        </p:txBody>
      </p:sp>
      <p:sp>
        <p:nvSpPr>
          <p:cNvPr id="18" name="Kopf Auswertungsbereich"/>
          <p:cNvSpPr/>
          <p:nvPr/>
        </p:nvSpPr>
        <p:spPr>
          <a:xfrm>
            <a:off x="10800" y="1794600"/>
            <a:ext cx="1940400" cy="180000"/>
          </a:xfrm>
          <a:prstGeom prst="round2SameRect">
            <a:avLst>
              <a:gd name="adj1" fmla="val 16000"/>
              <a:gd name="adj2" fmla="val 0"/>
            </a:avLst>
          </a:prstGeom>
          <a:solidFill>
            <a:srgbClr val="3A3F44"/>
          </a:solidFill>
          <a:ln>
            <a:noFill/>
          </a:ln>
        </p:spPr>
        <p:txBody>
          <a:bodyPr rtlCol="0" anchor="ctr" lIns="57600" rIns="57600" tIns="10800" bIns="10800" wrap="square">
            <a:noAutofit/>
          </a:bodyPr>
          <a:lstStyle/>
          <a:p>
            <a:pPr algn="l">
              <a:lnSpc>
                <a:spcPts val="885"/>
              </a:lnSpc>
              <a:buNone/>
            </a:pPr>
            <a:r>
              <a:rPr lang="de-DE" sz="750" b="1" i="0">
                <a:solidFill>
                  <a:srgbClr val="FFFFFF"/>
                </a:solidFill>
                <a:latin typeface="Arial"/>
              </a:rPr>
              <a:t>Auswertungsbereich</a:t>
            </a:r>
          </a:p>
        </p:txBody>
      </p:sp>
      <p:sp>
        <p:nvSpPr>
          <p:cNvPr id="19" name="Inhalt Auswertungsbereich"/>
          <p:cNvSpPr txBox="1"/>
          <p:nvPr/>
        </p:nvSpPr>
        <p:spPr>
          <a:xfrm>
            <a:off x="10800" y="1974600"/>
            <a:ext cx="1940400" cy="606600"/>
          </a:xfrm>
          <a:prstGeom prst="rect">
            <a:avLst/>
          </a:prstGeom>
          <a:noFill/>
        </p:spPr>
        <p:txBody>
          <a:bodyPr wrap="square" lIns="57600" rIns="57600" tIns="43200" bIns="43200" anchor="t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20" name="Tabellen/Grafiken 3"/>
          <p:cNvSpPr/>
          <p:nvPr/>
        </p:nvSpPr>
        <p:spPr>
          <a:xfrm>
            <a:off x="68400" y="2032200"/>
            <a:ext cx="1825200" cy="286848"/>
          </a:xfrm>
          <a:prstGeom prst="roundRect">
            <a:avLst>
              <a:gd name="adj" fmla="val 10040"/>
            </a:avLst>
          </a:prstGeom>
          <a:solidFill>
            <a:srgbClr val="FFFFFF"/>
          </a:solidFill>
          <a:ln w="6350">
            <a:solidFill>
              <a:srgbClr val="9A9A9A"/>
            </a:solidFill>
            <a:round/>
          </a:ln>
        </p:spPr>
        <p:txBody>
          <a:bodyPr rtlCol="0" anchor="ctr" lIns="57600" rIns="576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Tabellen/Grafiken</a:t>
            </a:r>
          </a:p>
        </p:txBody>
      </p:sp>
      <p:sp>
        <p:nvSpPr>
          <p:cNvPr id="21" name="Kommentare 3"/>
          <p:cNvSpPr/>
          <p:nvPr/>
        </p:nvSpPr>
        <p:spPr>
          <a:xfrm>
            <a:off x="68400" y="2362248"/>
            <a:ext cx="1825200" cy="161352"/>
          </a:xfrm>
          <a:prstGeom prst="roundRect">
            <a:avLst>
              <a:gd name="adj" fmla="val 17849"/>
            </a:avLst>
          </a:prstGeom>
          <a:solidFill>
            <a:srgbClr val="FFFFFF"/>
          </a:solidFill>
          <a:ln w="6350">
            <a:solidFill>
              <a:srgbClr val="9A9A9A"/>
            </a:solidFill>
            <a:round/>
          </a:ln>
        </p:spPr>
        <p:txBody>
          <a:bodyPr rtlCol="0" anchor="ctr" lIns="57600" rIns="576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Kommentare</a:t>
            </a:r>
          </a:p>
        </p:txBody>
      </p:sp>
      <p:sp>
        <p:nvSpPr>
          <p:cNvPr id="22" name="Karte Auswertungsbereich"/>
          <p:cNvSpPr/>
          <p:nvPr/>
        </p:nvSpPr>
        <p:spPr>
          <a:xfrm>
            <a:off x="2008800" y="1794600"/>
            <a:ext cx="1940400" cy="786600"/>
          </a:xfrm>
          <a:prstGeom prst="roundRect">
            <a:avLst>
              <a:gd name="adj" fmla="val 3660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/>
          <a:lstStyle/>
          <a:p/>
        </p:txBody>
      </p:sp>
      <p:sp>
        <p:nvSpPr>
          <p:cNvPr id="23" name="Kopf Auswertungsbereich"/>
          <p:cNvSpPr/>
          <p:nvPr/>
        </p:nvSpPr>
        <p:spPr>
          <a:xfrm>
            <a:off x="2008800" y="1794600"/>
            <a:ext cx="1940400" cy="180000"/>
          </a:xfrm>
          <a:prstGeom prst="round2SameRect">
            <a:avLst>
              <a:gd name="adj1" fmla="val 16000"/>
              <a:gd name="adj2" fmla="val 0"/>
            </a:avLst>
          </a:prstGeom>
          <a:solidFill>
            <a:srgbClr val="3A3F44"/>
          </a:solidFill>
          <a:ln>
            <a:noFill/>
          </a:ln>
        </p:spPr>
        <p:txBody>
          <a:bodyPr rtlCol="0" anchor="ctr" lIns="57600" rIns="57600" tIns="10800" bIns="10800" wrap="square">
            <a:noAutofit/>
          </a:bodyPr>
          <a:lstStyle/>
          <a:p>
            <a:pPr algn="l">
              <a:lnSpc>
                <a:spcPts val="885"/>
              </a:lnSpc>
              <a:buNone/>
            </a:pPr>
            <a:r>
              <a:rPr lang="de-DE" sz="750" b="1" i="0">
                <a:solidFill>
                  <a:srgbClr val="FFFFFF"/>
                </a:solidFill>
                <a:latin typeface="Arial"/>
              </a:rPr>
              <a:t>Auswertungsbereich</a:t>
            </a:r>
          </a:p>
        </p:txBody>
      </p:sp>
      <p:sp>
        <p:nvSpPr>
          <p:cNvPr id="24" name="Inhalt Auswertungsbereich"/>
          <p:cNvSpPr txBox="1"/>
          <p:nvPr/>
        </p:nvSpPr>
        <p:spPr>
          <a:xfrm>
            <a:off x="2008800" y="1974600"/>
            <a:ext cx="1940400" cy="606600"/>
          </a:xfrm>
          <a:prstGeom prst="rect">
            <a:avLst/>
          </a:prstGeom>
          <a:noFill/>
        </p:spPr>
        <p:txBody>
          <a:bodyPr wrap="square" lIns="57600" rIns="57600" tIns="43200" bIns="43200" anchor="t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25" name="Tabellen/Grafiken 4"/>
          <p:cNvSpPr/>
          <p:nvPr/>
        </p:nvSpPr>
        <p:spPr>
          <a:xfrm>
            <a:off x="2066400" y="2032200"/>
            <a:ext cx="1825200" cy="286848"/>
          </a:xfrm>
          <a:prstGeom prst="roundRect">
            <a:avLst>
              <a:gd name="adj" fmla="val 10040"/>
            </a:avLst>
          </a:prstGeom>
          <a:solidFill>
            <a:srgbClr val="FFFFFF"/>
          </a:solidFill>
          <a:ln w="6350">
            <a:solidFill>
              <a:srgbClr val="9A9A9A"/>
            </a:solidFill>
            <a:round/>
          </a:ln>
        </p:spPr>
        <p:txBody>
          <a:bodyPr rtlCol="0" anchor="ctr" lIns="57600" rIns="576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Tabellen/Grafiken</a:t>
            </a:r>
          </a:p>
        </p:txBody>
      </p:sp>
      <p:sp>
        <p:nvSpPr>
          <p:cNvPr id="26" name="Kommentare 4"/>
          <p:cNvSpPr/>
          <p:nvPr/>
        </p:nvSpPr>
        <p:spPr>
          <a:xfrm>
            <a:off x="2066400" y="2362248"/>
            <a:ext cx="1825200" cy="161352"/>
          </a:xfrm>
          <a:prstGeom prst="roundRect">
            <a:avLst>
              <a:gd name="adj" fmla="val 17849"/>
            </a:avLst>
          </a:prstGeom>
          <a:solidFill>
            <a:srgbClr val="FFFFFF"/>
          </a:solidFill>
          <a:ln w="6350">
            <a:solidFill>
              <a:srgbClr val="9A9A9A"/>
            </a:solidFill>
            <a:round/>
          </a:ln>
        </p:spPr>
        <p:txBody>
          <a:bodyPr rtlCol="0" anchor="ctr" lIns="57600" rIns="576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Kommentare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