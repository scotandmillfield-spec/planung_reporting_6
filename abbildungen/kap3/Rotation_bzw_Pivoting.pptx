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960000" cy="318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Würfel oben oben"/>
          <p:cNvSpPr/>
          <p:nvPr/>
        </p:nvSpPr>
        <p:spPr>
          <a:xfrm>
            <a:off x="1584000" y="218057"/>
            <a:ext cx="761143" cy="213943"/>
          </a:xfrm>
          <a:custGeom>
            <a:avLst/>
            <a:gdLst/>
            <a:ahLst/>
            <a:cxnLst/>
            <a:rect l="l" t="t" r="r" b="b"/>
            <a:pathLst>
              <a:path w="761143" h="213943">
                <a:moveTo>
                  <a:pt x="0" y="213943"/>
                </a:moveTo>
                <a:lnTo>
                  <a:pt x="432000" y="213943"/>
                </a:lnTo>
                <a:lnTo>
                  <a:pt x="761143" y="0"/>
                </a:lnTo>
                <a:lnTo>
                  <a:pt x="329143" y="0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Würfel oben rechts"/>
          <p:cNvSpPr/>
          <p:nvPr/>
        </p:nvSpPr>
        <p:spPr>
          <a:xfrm>
            <a:off x="2016000" y="218057"/>
            <a:ext cx="329143" cy="933943"/>
          </a:xfrm>
          <a:custGeom>
            <a:avLst/>
            <a:gdLst/>
            <a:ahLst/>
            <a:cxnLst/>
            <a:rect l="l" t="t" r="r" b="b"/>
            <a:pathLst>
              <a:path w="329143" h="933943">
                <a:moveTo>
                  <a:pt x="0" y="213943"/>
                </a:moveTo>
                <a:lnTo>
                  <a:pt x="329143" y="0"/>
                </a:lnTo>
                <a:lnTo>
                  <a:pt x="329143" y="720000"/>
                </a:lnTo>
                <a:lnTo>
                  <a:pt x="0" y="933943"/>
                </a:lnTo>
                <a:close/>
              </a:path>
            </a:pathLst>
          </a:custGeom>
          <a:solidFill>
            <a:srgbClr val="CFCF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Würfel oben vorn"/>
          <p:cNvSpPr/>
          <p:nvPr/>
        </p:nvSpPr>
        <p:spPr>
          <a:xfrm>
            <a:off x="1584000" y="432000"/>
            <a:ext cx="432000" cy="720000"/>
          </a:xfrm>
          <a:custGeom>
            <a:avLst/>
            <a:gdLst/>
            <a:ahLst/>
            <a:cxnLst/>
            <a:rect l="l" t="t" r="r" b="b"/>
            <a:pathLst>
              <a:path w="432000" h="720000">
                <a:moveTo>
                  <a:pt x="0" y="0"/>
                </a:moveTo>
                <a:lnTo>
                  <a:pt x="432000" y="0"/>
                </a:lnTo>
                <a:lnTo>
                  <a:pt x="432000" y="720000"/>
                </a:lnTo>
                <a:lnTo>
                  <a:pt x="0" y="7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Würfel oben Raster vorn"/>
          <p:cNvSpPr/>
          <p:nvPr/>
        </p:nvSpPr>
        <p:spPr>
          <a:xfrm>
            <a:off x="1728000" y="432000"/>
            <a:ext cx="0" cy="720000"/>
          </a:xfrm>
          <a:custGeom>
            <a:avLst/>
            <a:gdLst/>
            <a:ahLst/>
            <a:cxnLst/>
            <a:rect l="l" t="t" r="r" b="b"/>
            <a:pathLst>
              <a:path w="0" h="720000">
                <a:moveTo>
                  <a:pt x="0" y="0"/>
                </a:moveTo>
                <a:lnTo>
                  <a:pt x="0" y="72000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Würfel oben Raster vorn"/>
          <p:cNvSpPr/>
          <p:nvPr/>
        </p:nvSpPr>
        <p:spPr>
          <a:xfrm>
            <a:off x="1872000" y="432000"/>
            <a:ext cx="0" cy="720000"/>
          </a:xfrm>
          <a:custGeom>
            <a:avLst/>
            <a:gdLst/>
            <a:ahLst/>
            <a:cxnLst/>
            <a:rect l="l" t="t" r="r" b="b"/>
            <a:pathLst>
              <a:path w="0" h="720000">
                <a:moveTo>
                  <a:pt x="0" y="0"/>
                </a:moveTo>
                <a:lnTo>
                  <a:pt x="0" y="72000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Würfel oben Raster vorn"/>
          <p:cNvSpPr/>
          <p:nvPr/>
        </p:nvSpPr>
        <p:spPr>
          <a:xfrm>
            <a:off x="1584000" y="576000"/>
            <a:ext cx="432000" cy="0"/>
          </a:xfrm>
          <a:custGeom>
            <a:avLst/>
            <a:gdLst/>
            <a:ahLst/>
            <a:cxnLst/>
            <a:rect l="l" t="t" r="r" b="b"/>
            <a:pathLst>
              <a:path w="432000" h="0">
                <a:moveTo>
                  <a:pt x="0" y="0"/>
                </a:moveTo>
                <a:lnTo>
                  <a:pt x="432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Würfel oben Raster vorn"/>
          <p:cNvSpPr/>
          <p:nvPr/>
        </p:nvSpPr>
        <p:spPr>
          <a:xfrm>
            <a:off x="1584000" y="720000"/>
            <a:ext cx="432000" cy="0"/>
          </a:xfrm>
          <a:custGeom>
            <a:avLst/>
            <a:gdLst/>
            <a:ahLst/>
            <a:cxnLst/>
            <a:rect l="l" t="t" r="r" b="b"/>
            <a:pathLst>
              <a:path w="432000" h="0">
                <a:moveTo>
                  <a:pt x="0" y="0"/>
                </a:moveTo>
                <a:lnTo>
                  <a:pt x="432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Würfel oben Raster vorn"/>
          <p:cNvSpPr/>
          <p:nvPr/>
        </p:nvSpPr>
        <p:spPr>
          <a:xfrm>
            <a:off x="1584000" y="864000"/>
            <a:ext cx="432000" cy="0"/>
          </a:xfrm>
          <a:custGeom>
            <a:avLst/>
            <a:gdLst/>
            <a:ahLst/>
            <a:cxnLst/>
            <a:rect l="l" t="t" r="r" b="b"/>
            <a:pathLst>
              <a:path w="432000" h="0">
                <a:moveTo>
                  <a:pt x="0" y="0"/>
                </a:moveTo>
                <a:lnTo>
                  <a:pt x="432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Würfel oben Raster vorn"/>
          <p:cNvSpPr/>
          <p:nvPr/>
        </p:nvSpPr>
        <p:spPr>
          <a:xfrm>
            <a:off x="1584000" y="1008000"/>
            <a:ext cx="432000" cy="0"/>
          </a:xfrm>
          <a:custGeom>
            <a:avLst/>
            <a:gdLst/>
            <a:ahLst/>
            <a:cxnLst/>
            <a:rect l="l" t="t" r="r" b="b"/>
            <a:pathLst>
              <a:path w="432000" h="0">
                <a:moveTo>
                  <a:pt x="0" y="0"/>
                </a:moveTo>
                <a:lnTo>
                  <a:pt x="432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Würfel oben Raster oben"/>
          <p:cNvSpPr/>
          <p:nvPr/>
        </p:nvSpPr>
        <p:spPr>
          <a:xfrm>
            <a:off x="1728000" y="218057"/>
            <a:ext cx="329143" cy="213943"/>
          </a:xfrm>
          <a:custGeom>
            <a:avLst/>
            <a:gdLst/>
            <a:ahLst/>
            <a:cxnLst/>
            <a:rect l="l" t="t" r="r" b="b"/>
            <a:pathLst>
              <a:path w="329143" h="213943">
                <a:moveTo>
                  <a:pt x="0" y="213943"/>
                </a:moveTo>
                <a:lnTo>
                  <a:pt x="329143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Würfel oben Raster oben"/>
          <p:cNvSpPr/>
          <p:nvPr/>
        </p:nvSpPr>
        <p:spPr>
          <a:xfrm>
            <a:off x="1872000" y="218057"/>
            <a:ext cx="329143" cy="213943"/>
          </a:xfrm>
          <a:custGeom>
            <a:avLst/>
            <a:gdLst/>
            <a:ahLst/>
            <a:cxnLst/>
            <a:rect l="l" t="t" r="r" b="b"/>
            <a:pathLst>
              <a:path w="329143" h="213943">
                <a:moveTo>
                  <a:pt x="0" y="213943"/>
                </a:moveTo>
                <a:lnTo>
                  <a:pt x="329143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ürfel oben Raster oben"/>
          <p:cNvSpPr/>
          <p:nvPr/>
        </p:nvSpPr>
        <p:spPr>
          <a:xfrm>
            <a:off x="1666286" y="378514"/>
            <a:ext cx="432000" cy="0"/>
          </a:xfrm>
          <a:custGeom>
            <a:avLst/>
            <a:gdLst/>
            <a:ahLst/>
            <a:cxnLst/>
            <a:rect l="l" t="t" r="r" b="b"/>
            <a:pathLst>
              <a:path w="432000" h="0">
                <a:moveTo>
                  <a:pt x="0" y="0"/>
                </a:moveTo>
                <a:lnTo>
                  <a:pt x="432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Würfel oben Raster oben"/>
          <p:cNvSpPr/>
          <p:nvPr/>
        </p:nvSpPr>
        <p:spPr>
          <a:xfrm>
            <a:off x="1748571" y="325029"/>
            <a:ext cx="432000" cy="0"/>
          </a:xfrm>
          <a:custGeom>
            <a:avLst/>
            <a:gdLst/>
            <a:ahLst/>
            <a:cxnLst/>
            <a:rect l="l" t="t" r="r" b="b"/>
            <a:pathLst>
              <a:path w="432000" h="0">
                <a:moveTo>
                  <a:pt x="0" y="0"/>
                </a:moveTo>
                <a:lnTo>
                  <a:pt x="432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Würfel oben Raster oben"/>
          <p:cNvSpPr/>
          <p:nvPr/>
        </p:nvSpPr>
        <p:spPr>
          <a:xfrm>
            <a:off x="1830857" y="271543"/>
            <a:ext cx="432000" cy="0"/>
          </a:xfrm>
          <a:custGeom>
            <a:avLst/>
            <a:gdLst/>
            <a:ahLst/>
            <a:cxnLst/>
            <a:rect l="l" t="t" r="r" b="b"/>
            <a:pathLst>
              <a:path w="432000" h="0">
                <a:moveTo>
                  <a:pt x="0" y="0"/>
                </a:moveTo>
                <a:lnTo>
                  <a:pt x="432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Würfel oben Raster rechts"/>
          <p:cNvSpPr/>
          <p:nvPr/>
        </p:nvSpPr>
        <p:spPr>
          <a:xfrm>
            <a:off x="2016000" y="362057"/>
            <a:ext cx="329143" cy="213943"/>
          </a:xfrm>
          <a:custGeom>
            <a:avLst/>
            <a:gdLst/>
            <a:ahLst/>
            <a:cxnLst/>
            <a:rect l="l" t="t" r="r" b="b"/>
            <a:pathLst>
              <a:path w="329143" h="213943">
                <a:moveTo>
                  <a:pt x="0" y="213943"/>
                </a:moveTo>
                <a:lnTo>
                  <a:pt x="329143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Würfel oben Raster rechts"/>
          <p:cNvSpPr/>
          <p:nvPr/>
        </p:nvSpPr>
        <p:spPr>
          <a:xfrm>
            <a:off x="2016000" y="506057"/>
            <a:ext cx="329143" cy="213943"/>
          </a:xfrm>
          <a:custGeom>
            <a:avLst/>
            <a:gdLst/>
            <a:ahLst/>
            <a:cxnLst/>
            <a:rect l="l" t="t" r="r" b="b"/>
            <a:pathLst>
              <a:path w="329143" h="213943">
                <a:moveTo>
                  <a:pt x="0" y="213943"/>
                </a:moveTo>
                <a:lnTo>
                  <a:pt x="329143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Würfel oben Raster rechts"/>
          <p:cNvSpPr/>
          <p:nvPr/>
        </p:nvSpPr>
        <p:spPr>
          <a:xfrm>
            <a:off x="2016000" y="650057"/>
            <a:ext cx="329143" cy="213943"/>
          </a:xfrm>
          <a:custGeom>
            <a:avLst/>
            <a:gdLst/>
            <a:ahLst/>
            <a:cxnLst/>
            <a:rect l="l" t="t" r="r" b="b"/>
            <a:pathLst>
              <a:path w="329143" h="213943">
                <a:moveTo>
                  <a:pt x="0" y="213943"/>
                </a:moveTo>
                <a:lnTo>
                  <a:pt x="329143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Würfel oben Raster rechts"/>
          <p:cNvSpPr/>
          <p:nvPr/>
        </p:nvSpPr>
        <p:spPr>
          <a:xfrm>
            <a:off x="2016000" y="794057"/>
            <a:ext cx="329143" cy="213943"/>
          </a:xfrm>
          <a:custGeom>
            <a:avLst/>
            <a:gdLst/>
            <a:ahLst/>
            <a:cxnLst/>
            <a:rect l="l" t="t" r="r" b="b"/>
            <a:pathLst>
              <a:path w="329143" h="213943">
                <a:moveTo>
                  <a:pt x="0" y="213943"/>
                </a:moveTo>
                <a:lnTo>
                  <a:pt x="329143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ürfel oben Raster rechts"/>
          <p:cNvSpPr/>
          <p:nvPr/>
        </p:nvSpPr>
        <p:spPr>
          <a:xfrm>
            <a:off x="2098286" y="378514"/>
            <a:ext cx="0" cy="720000"/>
          </a:xfrm>
          <a:custGeom>
            <a:avLst/>
            <a:gdLst/>
            <a:ahLst/>
            <a:cxnLst/>
            <a:rect l="l" t="t" r="r" b="b"/>
            <a:pathLst>
              <a:path w="0" h="720000">
                <a:moveTo>
                  <a:pt x="0" y="0"/>
                </a:moveTo>
                <a:lnTo>
                  <a:pt x="0" y="72000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ürfel oben Raster rechts"/>
          <p:cNvSpPr/>
          <p:nvPr/>
        </p:nvSpPr>
        <p:spPr>
          <a:xfrm>
            <a:off x="2180571" y="325029"/>
            <a:ext cx="0" cy="720000"/>
          </a:xfrm>
          <a:custGeom>
            <a:avLst/>
            <a:gdLst/>
            <a:ahLst/>
            <a:cxnLst/>
            <a:rect l="l" t="t" r="r" b="b"/>
            <a:pathLst>
              <a:path w="0" h="720000">
                <a:moveTo>
                  <a:pt x="0" y="0"/>
                </a:moveTo>
                <a:lnTo>
                  <a:pt x="0" y="72000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Würfel oben Raster rechts"/>
          <p:cNvSpPr/>
          <p:nvPr/>
        </p:nvSpPr>
        <p:spPr>
          <a:xfrm>
            <a:off x="2262857" y="271543"/>
            <a:ext cx="0" cy="720000"/>
          </a:xfrm>
          <a:custGeom>
            <a:avLst/>
            <a:gdLst/>
            <a:ahLst/>
            <a:cxnLst/>
            <a:rect l="l" t="t" r="r" b="b"/>
            <a:pathLst>
              <a:path w="0" h="720000">
                <a:moveTo>
                  <a:pt x="0" y="0"/>
                </a:moveTo>
                <a:lnTo>
                  <a:pt x="0" y="72000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Würfel oben Umriss"/>
          <p:cNvSpPr/>
          <p:nvPr/>
        </p:nvSpPr>
        <p:spPr>
          <a:xfrm>
            <a:off x="1584000" y="218057"/>
            <a:ext cx="761143" cy="933943"/>
          </a:xfrm>
          <a:custGeom>
            <a:avLst/>
            <a:gdLst/>
            <a:ahLst/>
            <a:cxnLst/>
            <a:rect l="l" t="t" r="r" b="b"/>
            <a:pathLst>
              <a:path w="761143" h="933943">
                <a:moveTo>
                  <a:pt x="0" y="213943"/>
                </a:moveTo>
                <a:lnTo>
                  <a:pt x="329143" y="0"/>
                </a:lnTo>
                <a:lnTo>
                  <a:pt x="761143" y="0"/>
                </a:lnTo>
                <a:lnTo>
                  <a:pt x="761143" y="720000"/>
                </a:lnTo>
                <a:lnTo>
                  <a:pt x="432000" y="933943"/>
                </a:lnTo>
                <a:lnTo>
                  <a:pt x="0" y="933943"/>
                </a:lnTo>
                <a:close/>
              </a:path>
            </a:pathLst>
          </a:custGeom>
          <a:noFill/>
          <a:ln w="9525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Würfel oben Kante oben"/>
          <p:cNvSpPr/>
          <p:nvPr/>
        </p:nvSpPr>
        <p:spPr>
          <a:xfrm>
            <a:off x="1584000" y="218057"/>
            <a:ext cx="761143" cy="213943"/>
          </a:xfrm>
          <a:custGeom>
            <a:avLst/>
            <a:gdLst/>
            <a:ahLst/>
            <a:cxnLst/>
            <a:rect l="l" t="t" r="r" b="b"/>
            <a:pathLst>
              <a:path w="761143" h="213943">
                <a:moveTo>
                  <a:pt x="0" y="213943"/>
                </a:moveTo>
                <a:lnTo>
                  <a:pt x="432000" y="213943"/>
                </a:lnTo>
                <a:lnTo>
                  <a:pt x="761143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Würfel oben Kante vorn"/>
          <p:cNvSpPr/>
          <p:nvPr/>
        </p:nvSpPr>
        <p:spPr>
          <a:xfrm>
            <a:off x="2016000" y="432000"/>
            <a:ext cx="0" cy="720000"/>
          </a:xfrm>
          <a:custGeom>
            <a:avLst/>
            <a:gdLst/>
            <a:ahLst/>
            <a:cxnLst/>
            <a:rect l="l" t="t" r="r" b="b"/>
            <a:pathLst>
              <a:path w="0" h="720000">
                <a:moveTo>
                  <a:pt x="0" y="0"/>
                </a:moveTo>
                <a:lnTo>
                  <a:pt x="0" y="720000"/>
                </a:lnTo>
              </a:path>
            </a:pathLst>
          </a:custGeom>
          <a:noFill/>
          <a:ln w="9525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ürfel oben Kennzahlen"/>
          <p:cNvSpPr/>
          <p:nvPr/>
        </p:nvSpPr>
        <p:spPr>
          <a:xfrm>
            <a:off x="1625679" y="598913"/>
            <a:ext cx="348642" cy="24217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7200" rIns="7200" tIns="3600" bIns="3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Kenn-</a:t>
            </a:r>
            <a:br>
              <a:rPr lang="de-DE" sz="700" b="1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00" b="1" i="0">
                <a:solidFill>
                  <a:srgbClr val="1A1A1A"/>
                </a:solidFill>
                <a:latin typeface="Arial"/>
              </a:rPr>
              <a:t>zahlen</a:t>
            </a:r>
          </a:p>
        </p:txBody>
      </p:sp>
      <p:sp>
        <p:nvSpPr>
          <p:cNvPr id="27" name="Dimension Region"/>
          <p:cNvSpPr/>
          <p:nvPr/>
        </p:nvSpPr>
        <p:spPr>
          <a:xfrm>
            <a:off x="1440000" y="432000"/>
            <a:ext cx="576000" cy="0"/>
          </a:xfrm>
          <a:custGeom>
            <a:avLst/>
            <a:gdLst/>
            <a:ahLst/>
            <a:cxnLst/>
            <a:rect l="l" t="t" r="r" b="b"/>
            <a:pathLst>
              <a:path w="576000" h="0">
                <a:moveTo>
                  <a:pt x="576000" y="0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Dimension Produkt"/>
          <p:cNvSpPr/>
          <p:nvPr/>
        </p:nvSpPr>
        <p:spPr>
          <a:xfrm>
            <a:off x="2016000" y="153874"/>
            <a:ext cx="427886" cy="278126"/>
          </a:xfrm>
          <a:custGeom>
            <a:avLst/>
            <a:gdLst/>
            <a:ahLst/>
            <a:cxnLst/>
            <a:rect l="l" t="t" r="r" b="b"/>
            <a:pathLst>
              <a:path w="427886" h="278126">
                <a:moveTo>
                  <a:pt x="0" y="278126"/>
                </a:moveTo>
                <a:lnTo>
                  <a:pt x="427886" y="0"/>
                </a:lnTo>
              </a:path>
            </a:pathLst>
          </a:custGeom>
          <a:noFill/>
          <a:ln w="12700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Dimension Zeit"/>
          <p:cNvSpPr/>
          <p:nvPr/>
        </p:nvSpPr>
        <p:spPr>
          <a:xfrm>
            <a:off x="2016000" y="432000"/>
            <a:ext cx="0" cy="900000"/>
          </a:xfrm>
          <a:custGeom>
            <a:avLst/>
            <a:gdLst/>
            <a:ahLst/>
            <a:cxnLst/>
            <a:rect l="l" t="t" r="r" b="b"/>
            <a:pathLst>
              <a:path w="0" h="900000">
                <a:moveTo>
                  <a:pt x="0" y="0"/>
                </a:moveTo>
                <a:lnTo>
                  <a:pt x="0" y="900000"/>
                </a:lnTo>
              </a:path>
            </a:pathLst>
          </a:custGeom>
          <a:noFill/>
          <a:ln w="12700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Beschriftung Region"/>
          <p:cNvSpPr txBox="1"/>
          <p:nvPr/>
        </p:nvSpPr>
        <p:spPr>
          <a:xfrm>
            <a:off x="1050358" y="468000"/>
            <a:ext cx="497642" cy="22777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Dimension</a:t>
            </a:r>
            <a:br>
              <a:rPr lang="de-DE" sz="700" b="1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00" b="1" i="0">
                <a:solidFill>
                  <a:srgbClr val="1A1A1A"/>
                </a:solidFill>
                <a:latin typeface="Arial"/>
              </a:rPr>
              <a:t>Region</a:t>
            </a:r>
          </a:p>
        </p:txBody>
      </p:sp>
      <p:sp>
        <p:nvSpPr>
          <p:cNvPr id="31" name="Beschriftung Produkt"/>
          <p:cNvSpPr txBox="1"/>
          <p:nvPr/>
        </p:nvSpPr>
        <p:spPr>
          <a:xfrm>
            <a:off x="2487086" y="39988"/>
            <a:ext cx="497642" cy="227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Dimension</a:t>
            </a:r>
            <a:br>
              <a:rPr lang="de-DE" sz="700" b="1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00" b="1" i="0">
                <a:solidFill>
                  <a:srgbClr val="1A1A1A"/>
                </a:solidFill>
                <a:latin typeface="Arial"/>
              </a:rPr>
              <a:t>Produkt</a:t>
            </a:r>
          </a:p>
        </p:txBody>
      </p:sp>
      <p:sp>
        <p:nvSpPr>
          <p:cNvPr id="32" name="Beschriftung Zeit"/>
          <p:cNvSpPr txBox="1"/>
          <p:nvPr/>
        </p:nvSpPr>
        <p:spPr>
          <a:xfrm>
            <a:off x="1767179" y="1353600"/>
            <a:ext cx="497642" cy="22777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Dimension</a:t>
            </a:r>
            <a:br>
              <a:rPr lang="de-DE" sz="700" b="1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00" b="1" i="0">
                <a:solidFill>
                  <a:srgbClr val="1A1A1A"/>
                </a:solidFill>
                <a:latin typeface="Arial"/>
              </a:rPr>
              <a:t>Zeit</a:t>
            </a:r>
          </a:p>
        </p:txBody>
      </p:sp>
      <p:sp>
        <p:nvSpPr>
          <p:cNvPr id="33" name="Würfel unten links oben"/>
          <p:cNvSpPr/>
          <p:nvPr/>
        </p:nvSpPr>
        <p:spPr>
          <a:xfrm>
            <a:off x="511200" y="1819543"/>
            <a:ext cx="822857" cy="160457"/>
          </a:xfrm>
          <a:custGeom>
            <a:avLst/>
            <a:gdLst/>
            <a:ahLst/>
            <a:cxnLst/>
            <a:rect l="l" t="t" r="r" b="b"/>
            <a:pathLst>
              <a:path w="822857" h="160457">
                <a:moveTo>
                  <a:pt x="0" y="160457"/>
                </a:moveTo>
                <a:lnTo>
                  <a:pt x="576000" y="160457"/>
                </a:lnTo>
                <a:lnTo>
                  <a:pt x="822857" y="0"/>
                </a:lnTo>
                <a:lnTo>
                  <a:pt x="246857" y="0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Würfel unten links rechts"/>
          <p:cNvSpPr/>
          <p:nvPr/>
        </p:nvSpPr>
        <p:spPr>
          <a:xfrm>
            <a:off x="1087200" y="1819543"/>
            <a:ext cx="246857" cy="880457"/>
          </a:xfrm>
          <a:custGeom>
            <a:avLst/>
            <a:gdLst/>
            <a:ahLst/>
            <a:cxnLst/>
            <a:rect l="l" t="t" r="r" b="b"/>
            <a:pathLst>
              <a:path w="246857" h="880457">
                <a:moveTo>
                  <a:pt x="0" y="160457"/>
                </a:moveTo>
                <a:lnTo>
                  <a:pt x="246857" y="0"/>
                </a:lnTo>
                <a:lnTo>
                  <a:pt x="246857" y="720000"/>
                </a:lnTo>
                <a:lnTo>
                  <a:pt x="0" y="880457"/>
                </a:lnTo>
                <a:close/>
              </a:path>
            </a:pathLst>
          </a:custGeom>
          <a:solidFill>
            <a:srgbClr val="CFCF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Würfel unten links vorn"/>
          <p:cNvSpPr/>
          <p:nvPr/>
        </p:nvSpPr>
        <p:spPr>
          <a:xfrm>
            <a:off x="511200" y="1980000"/>
            <a:ext cx="576000" cy="720000"/>
          </a:xfrm>
          <a:custGeom>
            <a:avLst/>
            <a:gdLst/>
            <a:ahLst/>
            <a:cxnLst/>
            <a:rect l="l" t="t" r="r" b="b"/>
            <a:pathLst>
              <a:path w="576000" h="720000">
                <a:moveTo>
                  <a:pt x="0" y="0"/>
                </a:moveTo>
                <a:lnTo>
                  <a:pt x="576000" y="0"/>
                </a:lnTo>
                <a:lnTo>
                  <a:pt x="576000" y="720000"/>
                </a:lnTo>
                <a:lnTo>
                  <a:pt x="0" y="7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Würfel unten links Raster vorn"/>
          <p:cNvSpPr/>
          <p:nvPr/>
        </p:nvSpPr>
        <p:spPr>
          <a:xfrm>
            <a:off x="655200" y="1980000"/>
            <a:ext cx="0" cy="720000"/>
          </a:xfrm>
          <a:custGeom>
            <a:avLst/>
            <a:gdLst/>
            <a:ahLst/>
            <a:cxnLst/>
            <a:rect l="l" t="t" r="r" b="b"/>
            <a:pathLst>
              <a:path w="0" h="720000">
                <a:moveTo>
                  <a:pt x="0" y="0"/>
                </a:moveTo>
                <a:lnTo>
                  <a:pt x="0" y="72000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Würfel unten links Raster vorn"/>
          <p:cNvSpPr/>
          <p:nvPr/>
        </p:nvSpPr>
        <p:spPr>
          <a:xfrm>
            <a:off x="799200" y="1980000"/>
            <a:ext cx="0" cy="720000"/>
          </a:xfrm>
          <a:custGeom>
            <a:avLst/>
            <a:gdLst/>
            <a:ahLst/>
            <a:cxnLst/>
            <a:rect l="l" t="t" r="r" b="b"/>
            <a:pathLst>
              <a:path w="0" h="720000">
                <a:moveTo>
                  <a:pt x="0" y="0"/>
                </a:moveTo>
                <a:lnTo>
                  <a:pt x="0" y="72000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Würfel unten links Raster vorn"/>
          <p:cNvSpPr/>
          <p:nvPr/>
        </p:nvSpPr>
        <p:spPr>
          <a:xfrm>
            <a:off x="943200" y="1980000"/>
            <a:ext cx="0" cy="720000"/>
          </a:xfrm>
          <a:custGeom>
            <a:avLst/>
            <a:gdLst/>
            <a:ahLst/>
            <a:cxnLst/>
            <a:rect l="l" t="t" r="r" b="b"/>
            <a:pathLst>
              <a:path w="0" h="720000">
                <a:moveTo>
                  <a:pt x="0" y="0"/>
                </a:moveTo>
                <a:lnTo>
                  <a:pt x="0" y="72000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Würfel unten links Raster vorn"/>
          <p:cNvSpPr/>
          <p:nvPr/>
        </p:nvSpPr>
        <p:spPr>
          <a:xfrm>
            <a:off x="511200" y="2124000"/>
            <a:ext cx="576000" cy="0"/>
          </a:xfrm>
          <a:custGeom>
            <a:avLst/>
            <a:gdLst/>
            <a:ahLst/>
            <a:cxnLst/>
            <a:rect l="l" t="t" r="r" b="b"/>
            <a:pathLst>
              <a:path w="576000" h="0">
                <a:moveTo>
                  <a:pt x="0" y="0"/>
                </a:moveTo>
                <a:lnTo>
                  <a:pt x="576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Würfel unten links Raster vorn"/>
          <p:cNvSpPr/>
          <p:nvPr/>
        </p:nvSpPr>
        <p:spPr>
          <a:xfrm>
            <a:off x="511200" y="2268000"/>
            <a:ext cx="576000" cy="0"/>
          </a:xfrm>
          <a:custGeom>
            <a:avLst/>
            <a:gdLst/>
            <a:ahLst/>
            <a:cxnLst/>
            <a:rect l="l" t="t" r="r" b="b"/>
            <a:pathLst>
              <a:path w="576000" h="0">
                <a:moveTo>
                  <a:pt x="0" y="0"/>
                </a:moveTo>
                <a:lnTo>
                  <a:pt x="576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Würfel unten links Raster vorn"/>
          <p:cNvSpPr/>
          <p:nvPr/>
        </p:nvSpPr>
        <p:spPr>
          <a:xfrm>
            <a:off x="511200" y="2412000"/>
            <a:ext cx="576000" cy="0"/>
          </a:xfrm>
          <a:custGeom>
            <a:avLst/>
            <a:gdLst/>
            <a:ahLst/>
            <a:cxnLst/>
            <a:rect l="l" t="t" r="r" b="b"/>
            <a:pathLst>
              <a:path w="576000" h="0">
                <a:moveTo>
                  <a:pt x="0" y="0"/>
                </a:moveTo>
                <a:lnTo>
                  <a:pt x="576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Würfel unten links Raster vorn"/>
          <p:cNvSpPr/>
          <p:nvPr/>
        </p:nvSpPr>
        <p:spPr>
          <a:xfrm>
            <a:off x="511200" y="2556000"/>
            <a:ext cx="576000" cy="0"/>
          </a:xfrm>
          <a:custGeom>
            <a:avLst/>
            <a:gdLst/>
            <a:ahLst/>
            <a:cxnLst/>
            <a:rect l="l" t="t" r="r" b="b"/>
            <a:pathLst>
              <a:path w="576000" h="0">
                <a:moveTo>
                  <a:pt x="0" y="0"/>
                </a:moveTo>
                <a:lnTo>
                  <a:pt x="576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Würfel unten links Raster oben"/>
          <p:cNvSpPr/>
          <p:nvPr/>
        </p:nvSpPr>
        <p:spPr>
          <a:xfrm>
            <a:off x="655200" y="1819543"/>
            <a:ext cx="246857" cy="160457"/>
          </a:xfrm>
          <a:custGeom>
            <a:avLst/>
            <a:gdLst/>
            <a:ahLst/>
            <a:cxnLst/>
            <a:rect l="l" t="t" r="r" b="b"/>
            <a:pathLst>
              <a:path w="246857" h="160457">
                <a:moveTo>
                  <a:pt x="0" y="160457"/>
                </a:moveTo>
                <a:lnTo>
                  <a:pt x="246857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Würfel unten links Raster oben"/>
          <p:cNvSpPr/>
          <p:nvPr/>
        </p:nvSpPr>
        <p:spPr>
          <a:xfrm>
            <a:off x="799200" y="1819543"/>
            <a:ext cx="246857" cy="160457"/>
          </a:xfrm>
          <a:custGeom>
            <a:avLst/>
            <a:gdLst/>
            <a:ahLst/>
            <a:cxnLst/>
            <a:rect l="l" t="t" r="r" b="b"/>
            <a:pathLst>
              <a:path w="246857" h="160457">
                <a:moveTo>
                  <a:pt x="0" y="160457"/>
                </a:moveTo>
                <a:lnTo>
                  <a:pt x="246857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Würfel unten links Raster oben"/>
          <p:cNvSpPr/>
          <p:nvPr/>
        </p:nvSpPr>
        <p:spPr>
          <a:xfrm>
            <a:off x="943200" y="1819543"/>
            <a:ext cx="246857" cy="160457"/>
          </a:xfrm>
          <a:custGeom>
            <a:avLst/>
            <a:gdLst/>
            <a:ahLst/>
            <a:cxnLst/>
            <a:rect l="l" t="t" r="r" b="b"/>
            <a:pathLst>
              <a:path w="246857" h="160457">
                <a:moveTo>
                  <a:pt x="0" y="160457"/>
                </a:moveTo>
                <a:lnTo>
                  <a:pt x="246857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Würfel unten links Raster oben"/>
          <p:cNvSpPr/>
          <p:nvPr/>
        </p:nvSpPr>
        <p:spPr>
          <a:xfrm>
            <a:off x="593486" y="1926514"/>
            <a:ext cx="576000" cy="0"/>
          </a:xfrm>
          <a:custGeom>
            <a:avLst/>
            <a:gdLst/>
            <a:ahLst/>
            <a:cxnLst/>
            <a:rect l="l" t="t" r="r" b="b"/>
            <a:pathLst>
              <a:path w="576000" h="0">
                <a:moveTo>
                  <a:pt x="0" y="0"/>
                </a:moveTo>
                <a:lnTo>
                  <a:pt x="576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Würfel unten links Raster oben"/>
          <p:cNvSpPr/>
          <p:nvPr/>
        </p:nvSpPr>
        <p:spPr>
          <a:xfrm>
            <a:off x="675771" y="1873029"/>
            <a:ext cx="576000" cy="0"/>
          </a:xfrm>
          <a:custGeom>
            <a:avLst/>
            <a:gdLst/>
            <a:ahLst/>
            <a:cxnLst/>
            <a:rect l="l" t="t" r="r" b="b"/>
            <a:pathLst>
              <a:path w="576000" h="0">
                <a:moveTo>
                  <a:pt x="0" y="0"/>
                </a:moveTo>
                <a:lnTo>
                  <a:pt x="576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Würfel unten links Raster rechts"/>
          <p:cNvSpPr/>
          <p:nvPr/>
        </p:nvSpPr>
        <p:spPr>
          <a:xfrm>
            <a:off x="1087200" y="1963543"/>
            <a:ext cx="246857" cy="160457"/>
          </a:xfrm>
          <a:custGeom>
            <a:avLst/>
            <a:gdLst/>
            <a:ahLst/>
            <a:cxnLst/>
            <a:rect l="l" t="t" r="r" b="b"/>
            <a:pathLst>
              <a:path w="246857" h="160457">
                <a:moveTo>
                  <a:pt x="0" y="160457"/>
                </a:moveTo>
                <a:lnTo>
                  <a:pt x="246857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Würfel unten links Raster rechts"/>
          <p:cNvSpPr/>
          <p:nvPr/>
        </p:nvSpPr>
        <p:spPr>
          <a:xfrm>
            <a:off x="1087200" y="2107543"/>
            <a:ext cx="246857" cy="160457"/>
          </a:xfrm>
          <a:custGeom>
            <a:avLst/>
            <a:gdLst/>
            <a:ahLst/>
            <a:cxnLst/>
            <a:rect l="l" t="t" r="r" b="b"/>
            <a:pathLst>
              <a:path w="246857" h="160457">
                <a:moveTo>
                  <a:pt x="0" y="160457"/>
                </a:moveTo>
                <a:lnTo>
                  <a:pt x="246857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Würfel unten links Raster rechts"/>
          <p:cNvSpPr/>
          <p:nvPr/>
        </p:nvSpPr>
        <p:spPr>
          <a:xfrm>
            <a:off x="1087200" y="2251543"/>
            <a:ext cx="246857" cy="160457"/>
          </a:xfrm>
          <a:custGeom>
            <a:avLst/>
            <a:gdLst/>
            <a:ahLst/>
            <a:cxnLst/>
            <a:rect l="l" t="t" r="r" b="b"/>
            <a:pathLst>
              <a:path w="246857" h="160457">
                <a:moveTo>
                  <a:pt x="0" y="160457"/>
                </a:moveTo>
                <a:lnTo>
                  <a:pt x="246857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Würfel unten links Raster rechts"/>
          <p:cNvSpPr/>
          <p:nvPr/>
        </p:nvSpPr>
        <p:spPr>
          <a:xfrm>
            <a:off x="1087200" y="2395543"/>
            <a:ext cx="246857" cy="160457"/>
          </a:xfrm>
          <a:custGeom>
            <a:avLst/>
            <a:gdLst/>
            <a:ahLst/>
            <a:cxnLst/>
            <a:rect l="l" t="t" r="r" b="b"/>
            <a:pathLst>
              <a:path w="246857" h="160457">
                <a:moveTo>
                  <a:pt x="0" y="160457"/>
                </a:moveTo>
                <a:lnTo>
                  <a:pt x="246857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Würfel unten links Raster rechts"/>
          <p:cNvSpPr/>
          <p:nvPr/>
        </p:nvSpPr>
        <p:spPr>
          <a:xfrm>
            <a:off x="1169486" y="1926514"/>
            <a:ext cx="0" cy="720000"/>
          </a:xfrm>
          <a:custGeom>
            <a:avLst/>
            <a:gdLst/>
            <a:ahLst/>
            <a:cxnLst/>
            <a:rect l="l" t="t" r="r" b="b"/>
            <a:pathLst>
              <a:path w="0" h="720000">
                <a:moveTo>
                  <a:pt x="0" y="0"/>
                </a:moveTo>
                <a:lnTo>
                  <a:pt x="0" y="72000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Würfel unten links Raster rechts"/>
          <p:cNvSpPr/>
          <p:nvPr/>
        </p:nvSpPr>
        <p:spPr>
          <a:xfrm>
            <a:off x="1251771" y="1873029"/>
            <a:ext cx="0" cy="720000"/>
          </a:xfrm>
          <a:custGeom>
            <a:avLst/>
            <a:gdLst/>
            <a:ahLst/>
            <a:cxnLst/>
            <a:rect l="l" t="t" r="r" b="b"/>
            <a:pathLst>
              <a:path w="0" h="720000">
                <a:moveTo>
                  <a:pt x="0" y="0"/>
                </a:moveTo>
                <a:lnTo>
                  <a:pt x="0" y="72000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Würfel unten links Umriss"/>
          <p:cNvSpPr/>
          <p:nvPr/>
        </p:nvSpPr>
        <p:spPr>
          <a:xfrm>
            <a:off x="511200" y="1819543"/>
            <a:ext cx="822857" cy="880457"/>
          </a:xfrm>
          <a:custGeom>
            <a:avLst/>
            <a:gdLst/>
            <a:ahLst/>
            <a:cxnLst/>
            <a:rect l="l" t="t" r="r" b="b"/>
            <a:pathLst>
              <a:path w="822857" h="880457">
                <a:moveTo>
                  <a:pt x="0" y="160457"/>
                </a:moveTo>
                <a:lnTo>
                  <a:pt x="246857" y="0"/>
                </a:lnTo>
                <a:lnTo>
                  <a:pt x="822857" y="0"/>
                </a:lnTo>
                <a:lnTo>
                  <a:pt x="822857" y="720000"/>
                </a:lnTo>
                <a:lnTo>
                  <a:pt x="576000" y="880457"/>
                </a:lnTo>
                <a:lnTo>
                  <a:pt x="0" y="880457"/>
                </a:lnTo>
                <a:close/>
              </a:path>
            </a:pathLst>
          </a:custGeom>
          <a:noFill/>
          <a:ln w="9525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Würfel unten links Kante oben"/>
          <p:cNvSpPr/>
          <p:nvPr/>
        </p:nvSpPr>
        <p:spPr>
          <a:xfrm>
            <a:off x="511200" y="1819543"/>
            <a:ext cx="822857" cy="160457"/>
          </a:xfrm>
          <a:custGeom>
            <a:avLst/>
            <a:gdLst/>
            <a:ahLst/>
            <a:cxnLst/>
            <a:rect l="l" t="t" r="r" b="b"/>
            <a:pathLst>
              <a:path w="822857" h="160457">
                <a:moveTo>
                  <a:pt x="0" y="160457"/>
                </a:moveTo>
                <a:lnTo>
                  <a:pt x="576000" y="160457"/>
                </a:lnTo>
                <a:lnTo>
                  <a:pt x="822857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Würfel unten links Kante vorn"/>
          <p:cNvSpPr/>
          <p:nvPr/>
        </p:nvSpPr>
        <p:spPr>
          <a:xfrm>
            <a:off x="1087200" y="1980000"/>
            <a:ext cx="0" cy="720000"/>
          </a:xfrm>
          <a:custGeom>
            <a:avLst/>
            <a:gdLst/>
            <a:ahLst/>
            <a:cxnLst/>
            <a:rect l="l" t="t" r="r" b="b"/>
            <a:pathLst>
              <a:path w="0" h="720000">
                <a:moveTo>
                  <a:pt x="0" y="0"/>
                </a:moveTo>
                <a:lnTo>
                  <a:pt x="0" y="720000"/>
                </a:lnTo>
              </a:path>
            </a:pathLst>
          </a:custGeom>
          <a:noFill/>
          <a:ln w="9525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Würfel unten links Kennzahlen"/>
          <p:cNvSpPr/>
          <p:nvPr/>
        </p:nvSpPr>
        <p:spPr>
          <a:xfrm>
            <a:off x="597600" y="2146913"/>
            <a:ext cx="403200" cy="24217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7200" rIns="7200" tIns="3600" bIns="3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Kenn-</a:t>
            </a:r>
            <a:br>
              <a:rPr lang="de-DE" sz="700" b="1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00" b="1" i="0">
                <a:solidFill>
                  <a:srgbClr val="1A1A1A"/>
                </a:solidFill>
                <a:latin typeface="Arial"/>
              </a:rPr>
              <a:t>zahlen</a:t>
            </a:r>
          </a:p>
        </p:txBody>
      </p:sp>
      <p:sp>
        <p:nvSpPr>
          <p:cNvPr id="58" name="Dimension Produkt"/>
          <p:cNvSpPr/>
          <p:nvPr/>
        </p:nvSpPr>
        <p:spPr>
          <a:xfrm>
            <a:off x="367200" y="1980000"/>
            <a:ext cx="720000" cy="0"/>
          </a:xfrm>
          <a:custGeom>
            <a:avLst/>
            <a:gdLst/>
            <a:ahLst/>
            <a:cxnLst/>
            <a:rect l="l" t="t" r="r" b="b"/>
            <a:pathLst>
              <a:path w="720000" h="0">
                <a:moveTo>
                  <a:pt x="720000" y="0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Dimension Region"/>
          <p:cNvSpPr/>
          <p:nvPr/>
        </p:nvSpPr>
        <p:spPr>
          <a:xfrm>
            <a:off x="1087200" y="1771406"/>
            <a:ext cx="320914" cy="208594"/>
          </a:xfrm>
          <a:custGeom>
            <a:avLst/>
            <a:gdLst/>
            <a:ahLst/>
            <a:cxnLst/>
            <a:rect l="l" t="t" r="r" b="b"/>
            <a:pathLst>
              <a:path w="320914" h="208594">
                <a:moveTo>
                  <a:pt x="0" y="208594"/>
                </a:moveTo>
                <a:lnTo>
                  <a:pt x="320914" y="0"/>
                </a:lnTo>
              </a:path>
            </a:pathLst>
          </a:custGeom>
          <a:noFill/>
          <a:ln w="12700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Dimension Zeit"/>
          <p:cNvSpPr/>
          <p:nvPr/>
        </p:nvSpPr>
        <p:spPr>
          <a:xfrm>
            <a:off x="1087200" y="1980000"/>
            <a:ext cx="0" cy="900000"/>
          </a:xfrm>
          <a:custGeom>
            <a:avLst/>
            <a:gdLst/>
            <a:ahLst/>
            <a:cxnLst/>
            <a:rect l="l" t="t" r="r" b="b"/>
            <a:pathLst>
              <a:path w="0" h="900000">
                <a:moveTo>
                  <a:pt x="0" y="0"/>
                </a:moveTo>
                <a:lnTo>
                  <a:pt x="0" y="900000"/>
                </a:lnTo>
              </a:path>
            </a:pathLst>
          </a:custGeom>
          <a:noFill/>
          <a:ln w="12700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Beschriftung Produkt"/>
          <p:cNvSpPr txBox="1"/>
          <p:nvPr/>
        </p:nvSpPr>
        <p:spPr>
          <a:xfrm>
            <a:off x="-22442" y="2016000"/>
            <a:ext cx="497642" cy="22777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Dimension</a:t>
            </a:r>
            <a:br>
              <a:rPr lang="de-DE" sz="700" b="1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00" b="1" i="0">
                <a:solidFill>
                  <a:srgbClr val="1A1A1A"/>
                </a:solidFill>
                <a:latin typeface="Arial"/>
              </a:rPr>
              <a:t>Produkt</a:t>
            </a:r>
          </a:p>
        </p:txBody>
      </p:sp>
      <p:sp>
        <p:nvSpPr>
          <p:cNvPr id="62" name="Beschriftung Region"/>
          <p:cNvSpPr txBox="1"/>
          <p:nvPr/>
        </p:nvSpPr>
        <p:spPr>
          <a:xfrm>
            <a:off x="1451314" y="1657519"/>
            <a:ext cx="497642" cy="227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Dimension</a:t>
            </a:r>
            <a:br>
              <a:rPr lang="de-DE" sz="700" b="1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00" b="1" i="0">
                <a:solidFill>
                  <a:srgbClr val="1A1A1A"/>
                </a:solidFill>
                <a:latin typeface="Arial"/>
              </a:rPr>
              <a:t>Region</a:t>
            </a:r>
          </a:p>
        </p:txBody>
      </p:sp>
      <p:sp>
        <p:nvSpPr>
          <p:cNvPr id="63" name="Beschriftung Zeit"/>
          <p:cNvSpPr txBox="1"/>
          <p:nvPr/>
        </p:nvSpPr>
        <p:spPr>
          <a:xfrm>
            <a:off x="838379" y="2901600"/>
            <a:ext cx="497642" cy="22777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Dimension</a:t>
            </a:r>
            <a:br>
              <a:rPr lang="de-DE" sz="700" b="1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00" b="1" i="0">
                <a:solidFill>
                  <a:srgbClr val="1A1A1A"/>
                </a:solidFill>
                <a:latin typeface="Arial"/>
              </a:rPr>
              <a:t>Zeit</a:t>
            </a:r>
          </a:p>
        </p:txBody>
      </p:sp>
      <p:sp>
        <p:nvSpPr>
          <p:cNvPr id="64" name="Würfel unten rechts oben"/>
          <p:cNvSpPr/>
          <p:nvPr/>
        </p:nvSpPr>
        <p:spPr>
          <a:xfrm>
            <a:off x="2419200" y="1712571"/>
            <a:ext cx="843429" cy="267429"/>
          </a:xfrm>
          <a:custGeom>
            <a:avLst/>
            <a:gdLst/>
            <a:ahLst/>
            <a:cxnLst/>
            <a:rect l="l" t="t" r="r" b="b"/>
            <a:pathLst>
              <a:path w="843429" h="267429">
                <a:moveTo>
                  <a:pt x="0" y="267429"/>
                </a:moveTo>
                <a:lnTo>
                  <a:pt x="432000" y="267429"/>
                </a:lnTo>
                <a:lnTo>
                  <a:pt x="843429" y="0"/>
                </a:lnTo>
                <a:lnTo>
                  <a:pt x="411429" y="0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Würfel unten rechts rechts"/>
          <p:cNvSpPr/>
          <p:nvPr/>
        </p:nvSpPr>
        <p:spPr>
          <a:xfrm>
            <a:off x="2851200" y="1712571"/>
            <a:ext cx="411429" cy="843429"/>
          </a:xfrm>
          <a:custGeom>
            <a:avLst/>
            <a:gdLst/>
            <a:ahLst/>
            <a:cxnLst/>
            <a:rect l="l" t="t" r="r" b="b"/>
            <a:pathLst>
              <a:path w="411429" h="843429">
                <a:moveTo>
                  <a:pt x="0" y="267429"/>
                </a:moveTo>
                <a:lnTo>
                  <a:pt x="411429" y="0"/>
                </a:lnTo>
                <a:lnTo>
                  <a:pt x="411429" y="576000"/>
                </a:lnTo>
                <a:lnTo>
                  <a:pt x="0" y="843429"/>
                </a:lnTo>
                <a:close/>
              </a:path>
            </a:pathLst>
          </a:custGeom>
          <a:solidFill>
            <a:srgbClr val="CFCF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Würfel unten rechts vorn"/>
          <p:cNvSpPr/>
          <p:nvPr/>
        </p:nvSpPr>
        <p:spPr>
          <a:xfrm>
            <a:off x="2419200" y="1980000"/>
            <a:ext cx="432000" cy="576000"/>
          </a:xfrm>
          <a:custGeom>
            <a:avLst/>
            <a:gdLst/>
            <a:ahLst/>
            <a:cxnLst/>
            <a:rect l="l" t="t" r="r" b="b"/>
            <a:pathLst>
              <a:path w="432000" h="576000">
                <a:moveTo>
                  <a:pt x="0" y="0"/>
                </a:moveTo>
                <a:lnTo>
                  <a:pt x="432000" y="0"/>
                </a:lnTo>
                <a:lnTo>
                  <a:pt x="432000" y="576000"/>
                </a:lnTo>
                <a:lnTo>
                  <a:pt x="0" y="576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Würfel unten rechts Raster vorn"/>
          <p:cNvSpPr/>
          <p:nvPr/>
        </p:nvSpPr>
        <p:spPr>
          <a:xfrm>
            <a:off x="2563200" y="1980000"/>
            <a:ext cx="0" cy="576000"/>
          </a:xfrm>
          <a:custGeom>
            <a:avLst/>
            <a:gdLst/>
            <a:ahLst/>
            <a:cxnLst/>
            <a:rect l="l" t="t" r="r" b="b"/>
            <a:pathLst>
              <a:path w="0" h="576000">
                <a:moveTo>
                  <a:pt x="0" y="0"/>
                </a:moveTo>
                <a:lnTo>
                  <a:pt x="0" y="57600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Würfel unten rechts Raster vorn"/>
          <p:cNvSpPr/>
          <p:nvPr/>
        </p:nvSpPr>
        <p:spPr>
          <a:xfrm>
            <a:off x="2707200" y="1980000"/>
            <a:ext cx="0" cy="576000"/>
          </a:xfrm>
          <a:custGeom>
            <a:avLst/>
            <a:gdLst/>
            <a:ahLst/>
            <a:cxnLst/>
            <a:rect l="l" t="t" r="r" b="b"/>
            <a:pathLst>
              <a:path w="0" h="576000">
                <a:moveTo>
                  <a:pt x="0" y="0"/>
                </a:moveTo>
                <a:lnTo>
                  <a:pt x="0" y="57600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Würfel unten rechts Raster vorn"/>
          <p:cNvSpPr/>
          <p:nvPr/>
        </p:nvSpPr>
        <p:spPr>
          <a:xfrm>
            <a:off x="2419200" y="2124000"/>
            <a:ext cx="432000" cy="0"/>
          </a:xfrm>
          <a:custGeom>
            <a:avLst/>
            <a:gdLst/>
            <a:ahLst/>
            <a:cxnLst/>
            <a:rect l="l" t="t" r="r" b="b"/>
            <a:pathLst>
              <a:path w="432000" h="0">
                <a:moveTo>
                  <a:pt x="0" y="0"/>
                </a:moveTo>
                <a:lnTo>
                  <a:pt x="432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Würfel unten rechts Raster vorn"/>
          <p:cNvSpPr/>
          <p:nvPr/>
        </p:nvSpPr>
        <p:spPr>
          <a:xfrm>
            <a:off x="2419200" y="2268000"/>
            <a:ext cx="432000" cy="0"/>
          </a:xfrm>
          <a:custGeom>
            <a:avLst/>
            <a:gdLst/>
            <a:ahLst/>
            <a:cxnLst/>
            <a:rect l="l" t="t" r="r" b="b"/>
            <a:pathLst>
              <a:path w="432000" h="0">
                <a:moveTo>
                  <a:pt x="0" y="0"/>
                </a:moveTo>
                <a:lnTo>
                  <a:pt x="432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Würfel unten rechts Raster vorn"/>
          <p:cNvSpPr/>
          <p:nvPr/>
        </p:nvSpPr>
        <p:spPr>
          <a:xfrm>
            <a:off x="2419200" y="2412000"/>
            <a:ext cx="432000" cy="0"/>
          </a:xfrm>
          <a:custGeom>
            <a:avLst/>
            <a:gdLst/>
            <a:ahLst/>
            <a:cxnLst/>
            <a:rect l="l" t="t" r="r" b="b"/>
            <a:pathLst>
              <a:path w="432000" h="0">
                <a:moveTo>
                  <a:pt x="0" y="0"/>
                </a:moveTo>
                <a:lnTo>
                  <a:pt x="432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Würfel unten rechts Raster oben"/>
          <p:cNvSpPr/>
          <p:nvPr/>
        </p:nvSpPr>
        <p:spPr>
          <a:xfrm>
            <a:off x="2563200" y="1712571"/>
            <a:ext cx="411429" cy="267429"/>
          </a:xfrm>
          <a:custGeom>
            <a:avLst/>
            <a:gdLst/>
            <a:ahLst/>
            <a:cxnLst/>
            <a:rect l="l" t="t" r="r" b="b"/>
            <a:pathLst>
              <a:path w="411429" h="267429">
                <a:moveTo>
                  <a:pt x="0" y="267429"/>
                </a:moveTo>
                <a:lnTo>
                  <a:pt x="411429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Würfel unten rechts Raster oben"/>
          <p:cNvSpPr/>
          <p:nvPr/>
        </p:nvSpPr>
        <p:spPr>
          <a:xfrm>
            <a:off x="2707200" y="1712571"/>
            <a:ext cx="411429" cy="267429"/>
          </a:xfrm>
          <a:custGeom>
            <a:avLst/>
            <a:gdLst/>
            <a:ahLst/>
            <a:cxnLst/>
            <a:rect l="l" t="t" r="r" b="b"/>
            <a:pathLst>
              <a:path w="411429" h="267429">
                <a:moveTo>
                  <a:pt x="0" y="267429"/>
                </a:moveTo>
                <a:lnTo>
                  <a:pt x="411429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Würfel unten rechts Raster oben"/>
          <p:cNvSpPr/>
          <p:nvPr/>
        </p:nvSpPr>
        <p:spPr>
          <a:xfrm>
            <a:off x="2501486" y="1926514"/>
            <a:ext cx="432000" cy="0"/>
          </a:xfrm>
          <a:custGeom>
            <a:avLst/>
            <a:gdLst/>
            <a:ahLst/>
            <a:cxnLst/>
            <a:rect l="l" t="t" r="r" b="b"/>
            <a:pathLst>
              <a:path w="432000" h="0">
                <a:moveTo>
                  <a:pt x="0" y="0"/>
                </a:moveTo>
                <a:lnTo>
                  <a:pt x="432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Würfel unten rechts Raster oben"/>
          <p:cNvSpPr/>
          <p:nvPr/>
        </p:nvSpPr>
        <p:spPr>
          <a:xfrm>
            <a:off x="2583771" y="1873029"/>
            <a:ext cx="432000" cy="0"/>
          </a:xfrm>
          <a:custGeom>
            <a:avLst/>
            <a:gdLst/>
            <a:ahLst/>
            <a:cxnLst/>
            <a:rect l="l" t="t" r="r" b="b"/>
            <a:pathLst>
              <a:path w="432000" h="0">
                <a:moveTo>
                  <a:pt x="0" y="0"/>
                </a:moveTo>
                <a:lnTo>
                  <a:pt x="432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Würfel unten rechts Raster oben"/>
          <p:cNvSpPr/>
          <p:nvPr/>
        </p:nvSpPr>
        <p:spPr>
          <a:xfrm>
            <a:off x="2666057" y="1819543"/>
            <a:ext cx="432000" cy="0"/>
          </a:xfrm>
          <a:custGeom>
            <a:avLst/>
            <a:gdLst/>
            <a:ahLst/>
            <a:cxnLst/>
            <a:rect l="l" t="t" r="r" b="b"/>
            <a:pathLst>
              <a:path w="432000" h="0">
                <a:moveTo>
                  <a:pt x="0" y="0"/>
                </a:moveTo>
                <a:lnTo>
                  <a:pt x="432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Würfel unten rechts Raster oben"/>
          <p:cNvSpPr/>
          <p:nvPr/>
        </p:nvSpPr>
        <p:spPr>
          <a:xfrm>
            <a:off x="2748343" y="1766057"/>
            <a:ext cx="432000" cy="0"/>
          </a:xfrm>
          <a:custGeom>
            <a:avLst/>
            <a:gdLst/>
            <a:ahLst/>
            <a:cxnLst/>
            <a:rect l="l" t="t" r="r" b="b"/>
            <a:pathLst>
              <a:path w="432000" h="0">
                <a:moveTo>
                  <a:pt x="0" y="0"/>
                </a:moveTo>
                <a:lnTo>
                  <a:pt x="432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Würfel unten rechts Raster rechts"/>
          <p:cNvSpPr/>
          <p:nvPr/>
        </p:nvSpPr>
        <p:spPr>
          <a:xfrm>
            <a:off x="2851200" y="1856571"/>
            <a:ext cx="411429" cy="267429"/>
          </a:xfrm>
          <a:custGeom>
            <a:avLst/>
            <a:gdLst/>
            <a:ahLst/>
            <a:cxnLst/>
            <a:rect l="l" t="t" r="r" b="b"/>
            <a:pathLst>
              <a:path w="411429" h="267429">
                <a:moveTo>
                  <a:pt x="0" y="267429"/>
                </a:moveTo>
                <a:lnTo>
                  <a:pt x="411429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Würfel unten rechts Raster rechts"/>
          <p:cNvSpPr/>
          <p:nvPr/>
        </p:nvSpPr>
        <p:spPr>
          <a:xfrm>
            <a:off x="2851200" y="2000571"/>
            <a:ext cx="411429" cy="267429"/>
          </a:xfrm>
          <a:custGeom>
            <a:avLst/>
            <a:gdLst/>
            <a:ahLst/>
            <a:cxnLst/>
            <a:rect l="l" t="t" r="r" b="b"/>
            <a:pathLst>
              <a:path w="411429" h="267429">
                <a:moveTo>
                  <a:pt x="0" y="267429"/>
                </a:moveTo>
                <a:lnTo>
                  <a:pt x="411429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Würfel unten rechts Raster rechts"/>
          <p:cNvSpPr/>
          <p:nvPr/>
        </p:nvSpPr>
        <p:spPr>
          <a:xfrm>
            <a:off x="2851200" y="2144571"/>
            <a:ext cx="411429" cy="267429"/>
          </a:xfrm>
          <a:custGeom>
            <a:avLst/>
            <a:gdLst/>
            <a:ahLst/>
            <a:cxnLst/>
            <a:rect l="l" t="t" r="r" b="b"/>
            <a:pathLst>
              <a:path w="411429" h="267429">
                <a:moveTo>
                  <a:pt x="0" y="267429"/>
                </a:moveTo>
                <a:lnTo>
                  <a:pt x="411429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Würfel unten rechts Raster rechts"/>
          <p:cNvSpPr/>
          <p:nvPr/>
        </p:nvSpPr>
        <p:spPr>
          <a:xfrm>
            <a:off x="2933486" y="1926514"/>
            <a:ext cx="0" cy="576000"/>
          </a:xfrm>
          <a:custGeom>
            <a:avLst/>
            <a:gdLst/>
            <a:ahLst/>
            <a:cxnLst/>
            <a:rect l="l" t="t" r="r" b="b"/>
            <a:pathLst>
              <a:path w="0" h="576000">
                <a:moveTo>
                  <a:pt x="0" y="0"/>
                </a:moveTo>
                <a:lnTo>
                  <a:pt x="0" y="57600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Würfel unten rechts Raster rechts"/>
          <p:cNvSpPr/>
          <p:nvPr/>
        </p:nvSpPr>
        <p:spPr>
          <a:xfrm>
            <a:off x="3015771" y="1873029"/>
            <a:ext cx="0" cy="576000"/>
          </a:xfrm>
          <a:custGeom>
            <a:avLst/>
            <a:gdLst/>
            <a:ahLst/>
            <a:cxnLst/>
            <a:rect l="l" t="t" r="r" b="b"/>
            <a:pathLst>
              <a:path w="0" h="576000">
                <a:moveTo>
                  <a:pt x="0" y="0"/>
                </a:moveTo>
                <a:lnTo>
                  <a:pt x="0" y="57600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Würfel unten rechts Raster rechts"/>
          <p:cNvSpPr/>
          <p:nvPr/>
        </p:nvSpPr>
        <p:spPr>
          <a:xfrm>
            <a:off x="3098057" y="1819543"/>
            <a:ext cx="0" cy="576000"/>
          </a:xfrm>
          <a:custGeom>
            <a:avLst/>
            <a:gdLst/>
            <a:ahLst/>
            <a:cxnLst/>
            <a:rect l="l" t="t" r="r" b="b"/>
            <a:pathLst>
              <a:path w="0" h="576000">
                <a:moveTo>
                  <a:pt x="0" y="0"/>
                </a:moveTo>
                <a:lnTo>
                  <a:pt x="0" y="57600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Würfel unten rechts Raster rechts"/>
          <p:cNvSpPr/>
          <p:nvPr/>
        </p:nvSpPr>
        <p:spPr>
          <a:xfrm>
            <a:off x="3180343" y="1766057"/>
            <a:ext cx="0" cy="576000"/>
          </a:xfrm>
          <a:custGeom>
            <a:avLst/>
            <a:gdLst/>
            <a:ahLst/>
            <a:cxnLst/>
            <a:rect l="l" t="t" r="r" b="b"/>
            <a:pathLst>
              <a:path w="0" h="576000">
                <a:moveTo>
                  <a:pt x="0" y="0"/>
                </a:moveTo>
                <a:lnTo>
                  <a:pt x="0" y="57600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Würfel unten rechts Umriss"/>
          <p:cNvSpPr/>
          <p:nvPr/>
        </p:nvSpPr>
        <p:spPr>
          <a:xfrm>
            <a:off x="2419200" y="1712571"/>
            <a:ext cx="843429" cy="843429"/>
          </a:xfrm>
          <a:custGeom>
            <a:avLst/>
            <a:gdLst/>
            <a:ahLst/>
            <a:cxnLst/>
            <a:rect l="l" t="t" r="r" b="b"/>
            <a:pathLst>
              <a:path w="843429" h="843429">
                <a:moveTo>
                  <a:pt x="0" y="267429"/>
                </a:moveTo>
                <a:lnTo>
                  <a:pt x="411429" y="0"/>
                </a:lnTo>
                <a:lnTo>
                  <a:pt x="843429" y="0"/>
                </a:lnTo>
                <a:lnTo>
                  <a:pt x="843429" y="576000"/>
                </a:lnTo>
                <a:lnTo>
                  <a:pt x="432000" y="843429"/>
                </a:lnTo>
                <a:lnTo>
                  <a:pt x="0" y="843429"/>
                </a:lnTo>
                <a:close/>
              </a:path>
            </a:pathLst>
          </a:custGeom>
          <a:noFill/>
          <a:ln w="9525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Würfel unten rechts Kante oben"/>
          <p:cNvSpPr/>
          <p:nvPr/>
        </p:nvSpPr>
        <p:spPr>
          <a:xfrm>
            <a:off x="2419200" y="1712571"/>
            <a:ext cx="843429" cy="267429"/>
          </a:xfrm>
          <a:custGeom>
            <a:avLst/>
            <a:gdLst/>
            <a:ahLst/>
            <a:cxnLst/>
            <a:rect l="l" t="t" r="r" b="b"/>
            <a:pathLst>
              <a:path w="843429" h="267429">
                <a:moveTo>
                  <a:pt x="0" y="267429"/>
                </a:moveTo>
                <a:lnTo>
                  <a:pt x="432000" y="267429"/>
                </a:lnTo>
                <a:lnTo>
                  <a:pt x="843429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Würfel unten rechts Kante vorn"/>
          <p:cNvSpPr/>
          <p:nvPr/>
        </p:nvSpPr>
        <p:spPr>
          <a:xfrm>
            <a:off x="2851200" y="1980000"/>
            <a:ext cx="0" cy="576000"/>
          </a:xfrm>
          <a:custGeom>
            <a:avLst/>
            <a:gdLst/>
            <a:ahLst/>
            <a:cxnLst/>
            <a:rect l="l" t="t" r="r" b="b"/>
            <a:pathLst>
              <a:path w="0" h="576000">
                <a:moveTo>
                  <a:pt x="0" y="0"/>
                </a:moveTo>
                <a:lnTo>
                  <a:pt x="0" y="576000"/>
                </a:lnTo>
              </a:path>
            </a:pathLst>
          </a:custGeom>
          <a:noFill/>
          <a:ln w="9525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Würfel unten rechts Kennzahlen"/>
          <p:cNvSpPr/>
          <p:nvPr/>
        </p:nvSpPr>
        <p:spPr>
          <a:xfrm>
            <a:off x="2460879" y="2146913"/>
            <a:ext cx="348642" cy="24217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7200" rIns="7200" tIns="3600" bIns="3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Kenn-</a:t>
            </a:r>
            <a:br>
              <a:rPr lang="de-DE" sz="700" b="1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00" b="1" i="0">
                <a:solidFill>
                  <a:srgbClr val="1A1A1A"/>
                </a:solidFill>
                <a:latin typeface="Arial"/>
              </a:rPr>
              <a:t>zahlen</a:t>
            </a:r>
          </a:p>
        </p:txBody>
      </p:sp>
      <p:sp>
        <p:nvSpPr>
          <p:cNvPr id="89" name="Dimension Region"/>
          <p:cNvSpPr/>
          <p:nvPr/>
        </p:nvSpPr>
        <p:spPr>
          <a:xfrm>
            <a:off x="2275200" y="1980000"/>
            <a:ext cx="576000" cy="0"/>
          </a:xfrm>
          <a:custGeom>
            <a:avLst/>
            <a:gdLst/>
            <a:ahLst/>
            <a:cxnLst/>
            <a:rect l="l" t="t" r="r" b="b"/>
            <a:pathLst>
              <a:path w="576000" h="0">
                <a:moveTo>
                  <a:pt x="576000" y="0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Dimension Zeit"/>
          <p:cNvSpPr/>
          <p:nvPr/>
        </p:nvSpPr>
        <p:spPr>
          <a:xfrm>
            <a:off x="2851200" y="1659086"/>
            <a:ext cx="493714" cy="320914"/>
          </a:xfrm>
          <a:custGeom>
            <a:avLst/>
            <a:gdLst/>
            <a:ahLst/>
            <a:cxnLst/>
            <a:rect l="l" t="t" r="r" b="b"/>
            <a:pathLst>
              <a:path w="493714" h="320914">
                <a:moveTo>
                  <a:pt x="0" y="320914"/>
                </a:moveTo>
                <a:lnTo>
                  <a:pt x="493714" y="0"/>
                </a:lnTo>
              </a:path>
            </a:pathLst>
          </a:custGeom>
          <a:noFill/>
          <a:ln w="12700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Dimension Produkt"/>
          <p:cNvSpPr/>
          <p:nvPr/>
        </p:nvSpPr>
        <p:spPr>
          <a:xfrm>
            <a:off x="2851200" y="1980000"/>
            <a:ext cx="0" cy="756000"/>
          </a:xfrm>
          <a:custGeom>
            <a:avLst/>
            <a:gdLst/>
            <a:ahLst/>
            <a:cxnLst/>
            <a:rect l="l" t="t" r="r" b="b"/>
            <a:pathLst>
              <a:path w="0" h="756000">
                <a:moveTo>
                  <a:pt x="0" y="0"/>
                </a:moveTo>
                <a:lnTo>
                  <a:pt x="0" y="756000"/>
                </a:lnTo>
              </a:path>
            </a:pathLst>
          </a:custGeom>
          <a:noFill/>
          <a:ln w="12700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Beschriftung Region"/>
          <p:cNvSpPr txBox="1"/>
          <p:nvPr/>
        </p:nvSpPr>
        <p:spPr>
          <a:xfrm>
            <a:off x="1885558" y="2016000"/>
            <a:ext cx="497642" cy="22777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Dimension</a:t>
            </a:r>
            <a:br>
              <a:rPr lang="de-DE" sz="700" b="1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00" b="1" i="0">
                <a:solidFill>
                  <a:srgbClr val="1A1A1A"/>
                </a:solidFill>
                <a:latin typeface="Arial"/>
              </a:rPr>
              <a:t>Region</a:t>
            </a:r>
          </a:p>
        </p:txBody>
      </p:sp>
      <p:sp>
        <p:nvSpPr>
          <p:cNvPr id="93" name="Beschriftung Zeit"/>
          <p:cNvSpPr txBox="1"/>
          <p:nvPr/>
        </p:nvSpPr>
        <p:spPr>
          <a:xfrm>
            <a:off x="3388114" y="1545199"/>
            <a:ext cx="497642" cy="227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Dimension</a:t>
            </a:r>
            <a:br>
              <a:rPr lang="de-DE" sz="700" b="1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00" b="1" i="0">
                <a:solidFill>
                  <a:srgbClr val="1A1A1A"/>
                </a:solidFill>
                <a:latin typeface="Arial"/>
              </a:rPr>
              <a:t>Zeit</a:t>
            </a:r>
          </a:p>
        </p:txBody>
      </p:sp>
      <p:sp>
        <p:nvSpPr>
          <p:cNvPr id="94" name="Beschriftung Produkt"/>
          <p:cNvSpPr txBox="1"/>
          <p:nvPr/>
        </p:nvSpPr>
        <p:spPr>
          <a:xfrm>
            <a:off x="2602379" y="2757600"/>
            <a:ext cx="497642" cy="22777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Dimension</a:t>
            </a:r>
            <a:br>
              <a:rPr lang="de-DE" sz="700" b="1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00" b="1" i="0">
                <a:solidFill>
                  <a:srgbClr val="1A1A1A"/>
                </a:solidFill>
                <a:latin typeface="Arial"/>
              </a:rPr>
              <a:t>Produkt</a:t>
            </a:r>
          </a:p>
        </p:txBody>
      </p:sp>
      <p:sp>
        <p:nvSpPr>
          <p:cNvPr id="95" name="Rotation 1"/>
          <p:cNvSpPr/>
          <p:nvPr/>
        </p:nvSpPr>
        <p:spPr>
          <a:xfrm>
            <a:off x="830057" y="864000"/>
            <a:ext cx="753943" cy="941143"/>
          </a:xfrm>
          <a:custGeom>
            <a:avLst/>
            <a:gdLst/>
            <a:ahLst/>
            <a:cxnLst/>
            <a:rect l="l" t="t" r="r" b="b"/>
            <a:pathLst>
              <a:path w="753943" h="941143">
                <a:moveTo>
                  <a:pt x="0" y="941143"/>
                </a:moveTo>
                <a:lnTo>
                  <a:pt x="0" y="0"/>
                </a:lnTo>
                <a:lnTo>
                  <a:pt x="753943" y="0"/>
                </a:lnTo>
              </a:path>
            </a:pathLst>
          </a:custGeom>
          <a:noFill/>
          <a:ln w="12700">
            <a:solidFill>
              <a:srgbClr val="C62828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Beschriftung Rotation 1"/>
          <p:cNvSpPr txBox="1"/>
          <p:nvPr/>
        </p:nvSpPr>
        <p:spPr>
          <a:xfrm>
            <a:off x="268457" y="1262571"/>
            <a:ext cx="504000" cy="14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885"/>
              </a:lnSpc>
              <a:buNone/>
            </a:pPr>
            <a:r>
              <a:rPr lang="de-DE" sz="750" b="1" i="1">
                <a:solidFill>
                  <a:srgbClr val="C62828"/>
                </a:solidFill>
                <a:latin typeface="Arial"/>
              </a:rPr>
              <a:t>Rotation</a:t>
            </a:r>
          </a:p>
        </p:txBody>
      </p:sp>
      <p:sp>
        <p:nvSpPr>
          <p:cNvPr id="97" name="Rotation 2"/>
          <p:cNvSpPr/>
          <p:nvPr/>
        </p:nvSpPr>
        <p:spPr>
          <a:xfrm>
            <a:off x="2359543" y="864000"/>
            <a:ext cx="746743" cy="834171"/>
          </a:xfrm>
          <a:custGeom>
            <a:avLst/>
            <a:gdLst/>
            <a:ahLst/>
            <a:cxnLst/>
            <a:rect l="l" t="t" r="r" b="b"/>
            <a:pathLst>
              <a:path w="746743" h="834171">
                <a:moveTo>
                  <a:pt x="0" y="0"/>
                </a:moveTo>
                <a:lnTo>
                  <a:pt x="746743" y="0"/>
                </a:lnTo>
                <a:lnTo>
                  <a:pt x="746743" y="834171"/>
                </a:lnTo>
              </a:path>
            </a:pathLst>
          </a:custGeom>
          <a:noFill/>
          <a:ln w="12700">
            <a:solidFill>
              <a:srgbClr val="C62828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Beschriftung Rotation 2"/>
          <p:cNvSpPr txBox="1"/>
          <p:nvPr/>
        </p:nvSpPr>
        <p:spPr>
          <a:xfrm>
            <a:off x="3163886" y="1209086"/>
            <a:ext cx="504000" cy="14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85"/>
              </a:lnSpc>
              <a:buNone/>
            </a:pPr>
            <a:r>
              <a:rPr lang="de-DE" sz="750" b="1" i="1">
                <a:solidFill>
                  <a:srgbClr val="C62828"/>
                </a:solidFill>
                <a:latin typeface="Arial"/>
              </a:rPr>
              <a:t>Rotation</a:t>
            </a:r>
          </a:p>
        </p:txBody>
      </p:sp>
      <p:sp>
        <p:nvSpPr>
          <p:cNvPr id="99" name="Rotation 3"/>
          <p:cNvSpPr/>
          <p:nvPr/>
        </p:nvSpPr>
        <p:spPr>
          <a:xfrm>
            <a:off x="1355657" y="2448000"/>
            <a:ext cx="1049143" cy="0"/>
          </a:xfrm>
          <a:custGeom>
            <a:avLst/>
            <a:gdLst/>
            <a:ahLst/>
            <a:cxnLst/>
            <a:rect l="l" t="t" r="r" b="b"/>
            <a:pathLst>
              <a:path w="1049143" h="0">
                <a:moveTo>
                  <a:pt x="1049143" y="0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C62828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Beschriftung Rotation 3"/>
          <p:cNvSpPr txBox="1"/>
          <p:nvPr/>
        </p:nvSpPr>
        <p:spPr>
          <a:xfrm>
            <a:off x="1355657" y="2469600"/>
            <a:ext cx="1049143" cy="14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885"/>
              </a:lnSpc>
              <a:buNone/>
            </a:pPr>
            <a:r>
              <a:rPr lang="de-DE" sz="750" b="1" i="1">
                <a:solidFill>
                  <a:srgbClr val="C62828"/>
                </a:solidFill>
                <a:latin typeface="Arial"/>
              </a:rPr>
              <a:t>Rotation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