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183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arte Auswertungsbereich"/>
          <p:cNvSpPr/>
          <p:nvPr/>
        </p:nvSpPr>
        <p:spPr>
          <a:xfrm>
            <a:off x="10800" y="10800"/>
            <a:ext cx="1940400" cy="878400"/>
          </a:xfrm>
          <a:prstGeom prst="roundRect">
            <a:avLst>
              <a:gd name="adj" fmla="val 327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3" name="Kopf Auswertungsbereich"/>
          <p:cNvSpPr/>
          <p:nvPr/>
        </p:nvSpPr>
        <p:spPr>
          <a:xfrm>
            <a:off x="10800" y="10800"/>
            <a:ext cx="1940400" cy="180000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3A3F44"/>
          </a:solidFill>
          <a:ln>
            <a:noFill/>
          </a:ln>
        </p:spPr>
        <p:txBody>
          <a:bodyPr rtlCol="0" anchor="ctr" lIns="57600" rIns="57600" tIns="10800" bIns="108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Auswertungsbereich</a:t>
            </a:r>
          </a:p>
        </p:txBody>
      </p:sp>
      <p:sp>
        <p:nvSpPr>
          <p:cNvPr id="4" name="Inhalt Auswertungsbereich"/>
          <p:cNvSpPr txBox="1"/>
          <p:nvPr/>
        </p:nvSpPr>
        <p:spPr>
          <a:xfrm>
            <a:off x="10800" y="190800"/>
            <a:ext cx="1940400" cy="698400"/>
          </a:xfrm>
          <a:prstGeom prst="rect">
            <a:avLst/>
          </a:prstGeom>
          <a:noFill/>
        </p:spPr>
        <p:txBody>
          <a:bodyPr wrap="square" lIns="57600" rIns="57600" tIns="43200" bIns="4320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Variante 1 Tabelle 1/1"/>
          <p:cNvSpPr/>
          <p:nvPr/>
        </p:nvSpPr>
        <p:spPr>
          <a:xfrm>
            <a:off x="68400" y="248400"/>
            <a:ext cx="891000" cy="58320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Tabelle</a:t>
            </a:r>
          </a:p>
        </p:txBody>
      </p:sp>
      <p:sp>
        <p:nvSpPr>
          <p:cNvPr id="6" name="Variante 1 Grafik 2/1"/>
          <p:cNvSpPr/>
          <p:nvPr/>
        </p:nvSpPr>
        <p:spPr>
          <a:xfrm>
            <a:off x="1002600" y="248400"/>
            <a:ext cx="891000" cy="270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Grafik</a:t>
            </a:r>
          </a:p>
        </p:txBody>
      </p:sp>
      <p:sp>
        <p:nvSpPr>
          <p:cNvPr id="7" name="Variante 1 Kommentare 2/2"/>
          <p:cNvSpPr/>
          <p:nvPr/>
        </p:nvSpPr>
        <p:spPr>
          <a:xfrm>
            <a:off x="1002600" y="561600"/>
            <a:ext cx="891000" cy="270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Kommentare</a:t>
            </a:r>
          </a:p>
        </p:txBody>
      </p:sp>
      <p:sp>
        <p:nvSpPr>
          <p:cNvPr id="8" name="Karte Auswertungsbereich"/>
          <p:cNvSpPr/>
          <p:nvPr/>
        </p:nvSpPr>
        <p:spPr>
          <a:xfrm>
            <a:off x="2008800" y="10800"/>
            <a:ext cx="1940400" cy="878400"/>
          </a:xfrm>
          <a:prstGeom prst="roundRect">
            <a:avLst>
              <a:gd name="adj" fmla="val 327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9" name="Kopf Auswertungsbereich"/>
          <p:cNvSpPr/>
          <p:nvPr/>
        </p:nvSpPr>
        <p:spPr>
          <a:xfrm>
            <a:off x="2008800" y="10800"/>
            <a:ext cx="1940400" cy="180000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3A3F44"/>
          </a:solidFill>
          <a:ln>
            <a:noFill/>
          </a:ln>
        </p:spPr>
        <p:txBody>
          <a:bodyPr rtlCol="0" anchor="ctr" lIns="57600" rIns="57600" tIns="10800" bIns="108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Auswertungsbereich</a:t>
            </a:r>
          </a:p>
        </p:txBody>
      </p:sp>
      <p:sp>
        <p:nvSpPr>
          <p:cNvPr id="10" name="Inhalt Auswertungsbereich"/>
          <p:cNvSpPr txBox="1"/>
          <p:nvPr/>
        </p:nvSpPr>
        <p:spPr>
          <a:xfrm>
            <a:off x="2008800" y="190800"/>
            <a:ext cx="1940400" cy="698400"/>
          </a:xfrm>
          <a:prstGeom prst="rect">
            <a:avLst/>
          </a:prstGeom>
          <a:noFill/>
        </p:spPr>
        <p:txBody>
          <a:bodyPr wrap="square" lIns="57600" rIns="57600" tIns="43200" bIns="4320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1" name="Variante 2 Tabelle 1/1"/>
          <p:cNvSpPr/>
          <p:nvPr/>
        </p:nvSpPr>
        <p:spPr>
          <a:xfrm>
            <a:off x="2066400" y="248400"/>
            <a:ext cx="891000" cy="270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Tabelle</a:t>
            </a:r>
          </a:p>
        </p:txBody>
      </p:sp>
      <p:sp>
        <p:nvSpPr>
          <p:cNvPr id="12" name="Variante 2 Grafik 2/1"/>
          <p:cNvSpPr/>
          <p:nvPr/>
        </p:nvSpPr>
        <p:spPr>
          <a:xfrm>
            <a:off x="3000600" y="248400"/>
            <a:ext cx="891000" cy="270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Grafik</a:t>
            </a:r>
          </a:p>
        </p:txBody>
      </p:sp>
      <p:sp>
        <p:nvSpPr>
          <p:cNvPr id="13" name="Variante 2 Kommentare 1/2"/>
          <p:cNvSpPr/>
          <p:nvPr/>
        </p:nvSpPr>
        <p:spPr>
          <a:xfrm>
            <a:off x="2066400" y="561600"/>
            <a:ext cx="891000" cy="270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Kommentare</a:t>
            </a:r>
          </a:p>
        </p:txBody>
      </p:sp>
      <p:sp>
        <p:nvSpPr>
          <p:cNvPr id="14" name="Variante 2 Grafik 2/2"/>
          <p:cNvSpPr/>
          <p:nvPr/>
        </p:nvSpPr>
        <p:spPr>
          <a:xfrm>
            <a:off x="3000600" y="561600"/>
            <a:ext cx="891000" cy="270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Grafik</a:t>
            </a:r>
          </a:p>
        </p:txBody>
      </p:sp>
      <p:sp>
        <p:nvSpPr>
          <p:cNvPr id="15" name="Karte Auswertungsbereich"/>
          <p:cNvSpPr/>
          <p:nvPr/>
        </p:nvSpPr>
        <p:spPr>
          <a:xfrm>
            <a:off x="10800" y="946800"/>
            <a:ext cx="1940400" cy="878400"/>
          </a:xfrm>
          <a:prstGeom prst="roundRect">
            <a:avLst>
              <a:gd name="adj" fmla="val 327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16" name="Kopf Auswertungsbereich"/>
          <p:cNvSpPr/>
          <p:nvPr/>
        </p:nvSpPr>
        <p:spPr>
          <a:xfrm>
            <a:off x="10800" y="946800"/>
            <a:ext cx="1940400" cy="180000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3A3F44"/>
          </a:solidFill>
          <a:ln>
            <a:noFill/>
          </a:ln>
        </p:spPr>
        <p:txBody>
          <a:bodyPr rtlCol="0" anchor="ctr" lIns="57600" rIns="57600" tIns="10800" bIns="108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Auswertungsbereich</a:t>
            </a:r>
          </a:p>
        </p:txBody>
      </p:sp>
      <p:sp>
        <p:nvSpPr>
          <p:cNvPr id="17" name="Inhalt Auswertungsbereich"/>
          <p:cNvSpPr txBox="1"/>
          <p:nvPr/>
        </p:nvSpPr>
        <p:spPr>
          <a:xfrm>
            <a:off x="10800" y="1126800"/>
            <a:ext cx="1940400" cy="698400"/>
          </a:xfrm>
          <a:prstGeom prst="rect">
            <a:avLst/>
          </a:prstGeom>
          <a:noFill/>
        </p:spPr>
        <p:txBody>
          <a:bodyPr wrap="square" lIns="57600" rIns="57600" tIns="43200" bIns="4320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8" name="Variante 3 Grafik 1/1"/>
          <p:cNvSpPr/>
          <p:nvPr/>
        </p:nvSpPr>
        <p:spPr>
          <a:xfrm>
            <a:off x="68400" y="1184400"/>
            <a:ext cx="891000" cy="270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Grafik</a:t>
            </a:r>
          </a:p>
        </p:txBody>
      </p:sp>
      <p:sp>
        <p:nvSpPr>
          <p:cNvPr id="19" name="Variante 3 Grafik 2/1"/>
          <p:cNvSpPr/>
          <p:nvPr/>
        </p:nvSpPr>
        <p:spPr>
          <a:xfrm>
            <a:off x="1002600" y="1184400"/>
            <a:ext cx="891000" cy="270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Grafik</a:t>
            </a:r>
          </a:p>
        </p:txBody>
      </p:sp>
      <p:sp>
        <p:nvSpPr>
          <p:cNvPr id="20" name="Variante 3 Tabelle 1/2"/>
          <p:cNvSpPr/>
          <p:nvPr/>
        </p:nvSpPr>
        <p:spPr>
          <a:xfrm>
            <a:off x="68400" y="1497600"/>
            <a:ext cx="891000" cy="270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Tabelle</a:t>
            </a:r>
          </a:p>
        </p:txBody>
      </p:sp>
      <p:sp>
        <p:nvSpPr>
          <p:cNvPr id="21" name="Variante 3 Kommentare 2/2"/>
          <p:cNvSpPr/>
          <p:nvPr/>
        </p:nvSpPr>
        <p:spPr>
          <a:xfrm>
            <a:off x="1002600" y="1497600"/>
            <a:ext cx="891000" cy="270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Kommentare</a:t>
            </a:r>
          </a:p>
        </p:txBody>
      </p:sp>
      <p:sp>
        <p:nvSpPr>
          <p:cNvPr id="22" name="Karte Auswertungsbereich"/>
          <p:cNvSpPr/>
          <p:nvPr/>
        </p:nvSpPr>
        <p:spPr>
          <a:xfrm>
            <a:off x="2008800" y="946800"/>
            <a:ext cx="1940400" cy="878400"/>
          </a:xfrm>
          <a:prstGeom prst="roundRect">
            <a:avLst>
              <a:gd name="adj" fmla="val 3279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23" name="Kopf Auswertungsbereich"/>
          <p:cNvSpPr/>
          <p:nvPr/>
        </p:nvSpPr>
        <p:spPr>
          <a:xfrm>
            <a:off x="2008800" y="946800"/>
            <a:ext cx="1940400" cy="180000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3A3F44"/>
          </a:solidFill>
          <a:ln>
            <a:noFill/>
          </a:ln>
        </p:spPr>
        <p:txBody>
          <a:bodyPr rtlCol="0" anchor="ctr" lIns="57600" rIns="57600" tIns="10800" bIns="108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Auswertungsbereich</a:t>
            </a:r>
          </a:p>
        </p:txBody>
      </p:sp>
      <p:sp>
        <p:nvSpPr>
          <p:cNvPr id="24" name="Inhalt Auswertungsbereich"/>
          <p:cNvSpPr txBox="1"/>
          <p:nvPr/>
        </p:nvSpPr>
        <p:spPr>
          <a:xfrm>
            <a:off x="2008800" y="1126800"/>
            <a:ext cx="1940400" cy="698400"/>
          </a:xfrm>
          <a:prstGeom prst="rect">
            <a:avLst/>
          </a:prstGeom>
          <a:noFill/>
        </p:spPr>
        <p:txBody>
          <a:bodyPr wrap="square" lIns="57600" rIns="57600" tIns="43200" bIns="4320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5" name="Variante 4 Grafik 1/1"/>
          <p:cNvSpPr/>
          <p:nvPr/>
        </p:nvSpPr>
        <p:spPr>
          <a:xfrm>
            <a:off x="2066400" y="1184400"/>
            <a:ext cx="891000" cy="270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Grafik</a:t>
            </a:r>
          </a:p>
        </p:txBody>
      </p:sp>
      <p:sp>
        <p:nvSpPr>
          <p:cNvPr id="26" name="Variante 4 Grafik 2/1"/>
          <p:cNvSpPr/>
          <p:nvPr/>
        </p:nvSpPr>
        <p:spPr>
          <a:xfrm>
            <a:off x="3000600" y="1184400"/>
            <a:ext cx="891000" cy="270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Grafik</a:t>
            </a:r>
          </a:p>
        </p:txBody>
      </p:sp>
      <p:sp>
        <p:nvSpPr>
          <p:cNvPr id="27" name="Variante 4 Tabelle 1/2"/>
          <p:cNvSpPr/>
          <p:nvPr/>
        </p:nvSpPr>
        <p:spPr>
          <a:xfrm>
            <a:off x="2066400" y="1497600"/>
            <a:ext cx="1825200" cy="270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Tabelle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